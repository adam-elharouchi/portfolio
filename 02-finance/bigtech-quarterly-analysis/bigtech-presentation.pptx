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13716000" cy="24384000"/>
  <p:embeddedFontLst>
    <p:embeddedFont>
      <p:font typeface="Arial Black" panose="020B0604020202020204" pitchFamily="34" charset="0"/>
      <p:regular r:id=""/>
      <p:bold r:id="rId8"/>
    </p:embeddedFont>
    <p:embeddedFont>
      <p:font typeface="EB Garamond" pitchFamily="2" charset="0"/>
      <p:regular r:id="rId9"/>
      <p:bold r:id=""/>
      <p:italic r:id=""/>
      <p:boldItalic r:id=""/>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A4A3A4"/>
          </p15:clr>
        </p15:guide>
        <p15:guide id="2" pos="456">
          <p15:clr>
            <a:srgbClr val="A4A3A4"/>
          </p15:clr>
        </p15:guide>
        <p15:guide id="3" orient="horz" pos="2616">
          <p15:clr>
            <a:srgbClr val="A4A3A4"/>
          </p15:clr>
        </p15:guide>
        <p15:guide id="4" orient="horz" pos="3264">
          <p15:clr>
            <a:srgbClr val="A4A3A4"/>
          </p15:clr>
        </p15:guide>
        <p15:guide id="5" pos="6912">
          <p15:clr>
            <a:srgbClr val="A4A3A4"/>
          </p15:clr>
        </p15:guide>
        <p15:guide id="6" orient="horz" pos="2136">
          <p15:clr>
            <a:srgbClr val="A4A3A4"/>
          </p15:clr>
        </p15:guide>
        <p15:guide id="7" orient="horz" pos="4008">
          <p15:clr>
            <a:srgbClr val="A4A3A4"/>
          </p15:clr>
        </p15:guide>
        <p15:guide id="8" orient="horz" pos="1152">
          <p15:clr>
            <a:srgbClr val="A4A3A4"/>
          </p15:clr>
        </p15:guide>
        <p15:guide id="9" orient="horz" pos="2352">
          <p15:clr>
            <a:srgbClr val="A4A3A4"/>
          </p15:clr>
        </p15:guide>
        <p15:guide id="10" orient="horz" pos="1512">
          <p15:clr>
            <a:srgbClr val="A4A3A4"/>
          </p15:clr>
        </p15:guide>
        <p15:guide id="11" pos="7680">
          <p15:clr>
            <a:srgbClr val="A4A3A4"/>
          </p15:clr>
        </p15:guide>
        <p15:guide id="12" pos="6696">
          <p15:clr>
            <a:srgbClr val="A4A3A4"/>
          </p15:clr>
        </p15:guide>
        <p15:guide id="13" pos="1008">
          <p15:clr>
            <a:srgbClr val="A4A3A4"/>
          </p15:clr>
        </p15:guide>
        <p15:guide id="14" pos="1584">
          <p15:clr>
            <a:srgbClr val="A4A3A4"/>
          </p15:clr>
        </p15:guide>
        <p15:guide id="15" pos="2136">
          <p15:clr>
            <a:srgbClr val="A4A3A4"/>
          </p15:clr>
        </p15:guide>
        <p15:guide id="16" pos="2760">
          <p15:clr>
            <a:srgbClr val="A4A3A4"/>
          </p15:clr>
        </p15:guide>
        <p15:guide id="17" pos="3288">
          <p15:clr>
            <a:srgbClr val="A4A3A4"/>
          </p15:clr>
        </p15:guide>
        <p15:guide id="18" pos="4032">
          <p15:clr>
            <a:srgbClr val="A4A3A4"/>
          </p15:clr>
        </p15:guide>
        <p15:guide id="19" pos="4392">
          <p15:clr>
            <a:srgbClr val="A4A3A4"/>
          </p15:clr>
        </p15:guide>
        <p15:guide id="20" pos="4944">
          <p15:clr>
            <a:srgbClr val="A4A3A4"/>
          </p15:clr>
        </p15:guide>
        <p15:guide id="21" pos="5544">
          <p15:clr>
            <a:srgbClr val="A4A3A4"/>
          </p15:clr>
        </p15:guide>
        <p15:guide id="22" pos="6072">
          <p15:clr>
            <a:srgbClr val="A4A3A4"/>
          </p15:clr>
        </p15:guide>
        <p15:guide id="23" orient="horz" pos="2448">
          <p15:clr>
            <a:srgbClr val="A4A3A4"/>
          </p15:clr>
        </p15:guide>
        <p15:guide id="24" orient="horz" pos="960">
          <p15:clr>
            <a:srgbClr val="A4A3A4"/>
          </p15:clr>
        </p15:guide>
        <p15:guide id="25" pos="5256">
          <p15:clr>
            <a:srgbClr val="A4A3A4"/>
          </p15:clr>
        </p15:guide>
        <p15:guide id="26" pos="726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iFOTGNReIe1DhisanOtcyYfVc75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8"/>
  </p:normalViewPr>
  <p:slideViewPr>
    <p:cSldViewPr snapToGrid="0">
      <p:cViewPr varScale="1">
        <p:scale>
          <a:sx n="117" d="100"/>
          <a:sy n="117" d="100"/>
        </p:scale>
        <p:origin x="552" y="184"/>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8800"/>
            <a:ext cx="9144450"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3: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4: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4: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5: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5: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10"/>
        <p:cNvGrpSpPr/>
        <p:nvPr/>
      </p:nvGrpSpPr>
      <p:grpSpPr>
        <a:xfrm>
          <a:off x="0" y="0"/>
          <a:ext cx="0" cy="0"/>
          <a:chOff x="0" y="0"/>
          <a:chExt cx="0" cy="0"/>
        </a:xfrm>
      </p:grpSpPr>
      <p:sp>
        <p:nvSpPr>
          <p:cNvPr id="11" name="Google Shape;11;p7" descr="preencoded.png"/>
          <p:cNvSpPr/>
          <p:nvPr/>
        </p:nvSpPr>
        <p:spPr>
          <a:xfrm>
            <a:off x="0" y="0"/>
            <a:ext cx="5295900" cy="6877050"/>
          </a:xfrm>
          <a:custGeom>
            <a:avLst/>
            <a:gdLst/>
            <a:ahLst/>
            <a:cxnLst/>
            <a:rect l="l" t="t" r="r" b="b"/>
            <a:pathLst>
              <a:path w="5295900" h="6877050" extrusionOk="0">
                <a:moveTo>
                  <a:pt x="0" y="0"/>
                </a:moveTo>
                <a:lnTo>
                  <a:pt x="5295900" y="0"/>
                </a:lnTo>
                <a:lnTo>
                  <a:pt x="5295900" y="6877050"/>
                </a:lnTo>
                <a:lnTo>
                  <a:pt x="0" y="687705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2" name="Google Shape;12;p7"/>
          <p:cNvSpPr/>
          <p:nvPr/>
        </p:nvSpPr>
        <p:spPr>
          <a:xfrm>
            <a:off x="1600201" y="1153228"/>
            <a:ext cx="9191625" cy="5704772"/>
          </a:xfrm>
          <a:custGeom>
            <a:avLst/>
            <a:gdLst/>
            <a:ahLst/>
            <a:cxnLst/>
            <a:rect l="l" t="t" r="r" b="b"/>
            <a:pathLst>
              <a:path w="9191625" h="5704772" extrusionOk="0">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3" name="Google Shape;13;p7"/>
          <p:cNvSpPr/>
          <p:nvPr/>
        </p:nvSpPr>
        <p:spPr>
          <a:xfrm>
            <a:off x="2795588" y="0"/>
            <a:ext cx="6803142" cy="5396474"/>
          </a:xfrm>
          <a:custGeom>
            <a:avLst/>
            <a:gdLst/>
            <a:ahLst/>
            <a:cxnLst/>
            <a:rect l="l" t="t" r="r" b="b"/>
            <a:pathLst>
              <a:path w="6803142" h="5396474" extrusionOk="0">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lt1">
              <a:alpha val="9882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 name="Google Shape;14;p7"/>
          <p:cNvSpPr txBox="1">
            <a:spLocks noGrp="1"/>
          </p:cNvSpPr>
          <p:nvPr>
            <p:ph type="ctrTitle"/>
          </p:nvPr>
        </p:nvSpPr>
        <p:spPr>
          <a:xfrm>
            <a:off x="3403092" y="1984248"/>
            <a:ext cx="5385816" cy="1225296"/>
          </a:xfrm>
          <a:prstGeom prst="rect">
            <a:avLst/>
          </a:prstGeom>
          <a:noFill/>
          <a:ln>
            <a:noFill/>
          </a:ln>
        </p:spPr>
        <p:txBody>
          <a:bodyPr spcFirstLastPara="1" wrap="square" lIns="91425" tIns="0" rIns="91425" bIns="45700" anchor="t" anchorCtr="0">
            <a:noAutofit/>
          </a:bodyPr>
          <a:lstStyle>
            <a:lvl1pPr lvl="0" algn="ctr">
              <a:lnSpc>
                <a:spcPct val="110795"/>
              </a:lnSpc>
              <a:spcBef>
                <a:spcPts val="0"/>
              </a:spcBef>
              <a:spcAft>
                <a:spcPts val="0"/>
              </a:spcAft>
              <a:buClr>
                <a:schemeClr val="accent6"/>
              </a:buClr>
              <a:buSzPts val="4400"/>
              <a:buFont typeface="Arial Black"/>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7"/>
          <p:cNvSpPr txBox="1">
            <a:spLocks noGrp="1"/>
          </p:cNvSpPr>
          <p:nvPr>
            <p:ph type="subTitle" idx="1"/>
          </p:nvPr>
        </p:nvSpPr>
        <p:spPr>
          <a:xfrm>
            <a:off x="4349496" y="3483864"/>
            <a:ext cx="3493008" cy="878908"/>
          </a:xfrm>
          <a:prstGeom prst="rect">
            <a:avLst/>
          </a:prstGeom>
          <a:noFill/>
          <a:ln>
            <a:noFill/>
          </a:ln>
        </p:spPr>
        <p:txBody>
          <a:bodyPr spcFirstLastPara="1" wrap="square" lIns="0" tIns="0" rIns="0" bIns="0" anchor="t" anchorCtr="0">
            <a:noAutofit/>
          </a:bodyPr>
          <a:lstStyle>
            <a:lvl1pPr lvl="0" algn="ctr">
              <a:lnSpc>
                <a:spcPct val="100000"/>
              </a:lnSpc>
              <a:spcBef>
                <a:spcPts val="360"/>
              </a:spcBef>
              <a:spcAft>
                <a:spcPts val="0"/>
              </a:spcAft>
              <a:buClr>
                <a:schemeClr val="accent6"/>
              </a:buClr>
              <a:buSzPts val="2400"/>
              <a:buNone/>
              <a:defRPr sz="2400"/>
            </a:lvl1pPr>
            <a:lvl2pPr lvl="1" algn="ctr">
              <a:lnSpc>
                <a:spcPct val="100000"/>
              </a:lnSpc>
              <a:spcBef>
                <a:spcPts val="360"/>
              </a:spcBef>
              <a:spcAft>
                <a:spcPts val="0"/>
              </a:spcAft>
              <a:buClr>
                <a:schemeClr val="accent6"/>
              </a:buClr>
              <a:buSzPts val="2000"/>
              <a:buNone/>
              <a:defRPr sz="2000"/>
            </a:lvl2pPr>
            <a:lvl3pPr lvl="2" algn="ctr">
              <a:lnSpc>
                <a:spcPct val="100000"/>
              </a:lnSpc>
              <a:spcBef>
                <a:spcPts val="360"/>
              </a:spcBef>
              <a:spcAft>
                <a:spcPts val="0"/>
              </a:spcAft>
              <a:buClr>
                <a:schemeClr val="accent6"/>
              </a:buClr>
              <a:buSzPts val="1800"/>
              <a:buNone/>
              <a:defRPr sz="1800"/>
            </a:lvl3pPr>
            <a:lvl4pPr lvl="3" algn="ctr">
              <a:lnSpc>
                <a:spcPct val="100000"/>
              </a:lnSpc>
              <a:spcBef>
                <a:spcPts val="360"/>
              </a:spcBef>
              <a:spcAft>
                <a:spcPts val="0"/>
              </a:spcAft>
              <a:buClr>
                <a:schemeClr val="accent6"/>
              </a:buClr>
              <a:buSzPts val="1600"/>
              <a:buNone/>
              <a:defRPr sz="1600"/>
            </a:lvl4pPr>
            <a:lvl5pPr lvl="4" algn="ctr">
              <a:lnSpc>
                <a:spcPct val="100000"/>
              </a:lnSpc>
              <a:spcBef>
                <a:spcPts val="360"/>
              </a:spcBef>
              <a:spcAft>
                <a:spcPts val="0"/>
              </a:spcAft>
              <a:buClr>
                <a:schemeClr val="accent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hart">
  <p:cSld name="Title and Chart">
    <p:spTree>
      <p:nvGrpSpPr>
        <p:cNvPr id="1" name="Shape 16"/>
        <p:cNvGrpSpPr/>
        <p:nvPr/>
      </p:nvGrpSpPr>
      <p:grpSpPr>
        <a:xfrm>
          <a:off x="0" y="0"/>
          <a:ext cx="0" cy="0"/>
          <a:chOff x="0" y="0"/>
          <a:chExt cx="0" cy="0"/>
        </a:xfrm>
      </p:grpSpPr>
      <p:sp>
        <p:nvSpPr>
          <p:cNvPr id="17" name="Google Shape;17;p8"/>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8" name="Google Shape;18;p8"/>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539496" y="2103120"/>
            <a:ext cx="11119104" cy="443484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accent6"/>
              </a:buClr>
              <a:buSzPts val="1800"/>
              <a:buChar char="•"/>
              <a:defRPr sz="1800"/>
            </a:lvl1pPr>
            <a:lvl2pPr marL="914400" lvl="1" indent="-330200" algn="l">
              <a:lnSpc>
                <a:spcPct val="100000"/>
              </a:lnSpc>
              <a:spcBef>
                <a:spcPts val="360"/>
              </a:spcBef>
              <a:spcAft>
                <a:spcPts val="0"/>
              </a:spcAft>
              <a:buClr>
                <a:schemeClr val="accent6"/>
              </a:buClr>
              <a:buSzPts val="1600"/>
              <a:buChar char="•"/>
              <a:defRPr sz="1600"/>
            </a:lvl2pPr>
            <a:lvl3pPr marL="1371600" lvl="2" indent="-317500" algn="l">
              <a:lnSpc>
                <a:spcPct val="100000"/>
              </a:lnSpc>
              <a:spcBef>
                <a:spcPts val="360"/>
              </a:spcBef>
              <a:spcAft>
                <a:spcPts val="0"/>
              </a:spcAft>
              <a:buClr>
                <a:schemeClr val="accent6"/>
              </a:buClr>
              <a:buSzPts val="1400"/>
              <a:buChar char="•"/>
              <a:defRPr sz="14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2"/>
        <p:cNvGrpSpPr/>
        <p:nvPr/>
      </p:nvGrpSpPr>
      <p:grpSpPr>
        <a:xfrm>
          <a:off x="0" y="0"/>
          <a:ext cx="0" cy="0"/>
          <a:chOff x="0" y="0"/>
          <a:chExt cx="0" cy="0"/>
        </a:xfrm>
      </p:grpSpPr>
      <p:grpSp>
        <p:nvGrpSpPr>
          <p:cNvPr id="23" name="Google Shape;23;p9"/>
          <p:cNvGrpSpPr/>
          <p:nvPr/>
        </p:nvGrpSpPr>
        <p:grpSpPr>
          <a:xfrm>
            <a:off x="6452303" y="3405019"/>
            <a:ext cx="5739697" cy="3467971"/>
            <a:chOff x="5009037" y="2525712"/>
            <a:chExt cx="7170193" cy="4332288"/>
          </a:xfrm>
        </p:grpSpPr>
        <p:sp>
          <p:nvSpPr>
            <p:cNvPr id="24" name="Google Shape;24;p9"/>
            <p:cNvSpPr/>
            <p:nvPr/>
          </p:nvSpPr>
          <p:spPr>
            <a:xfrm>
              <a:off x="5009037" y="2525712"/>
              <a:ext cx="3601721" cy="4332288"/>
            </a:xfrm>
            <a:custGeom>
              <a:avLst/>
              <a:gdLst/>
              <a:ahLst/>
              <a:cxnLst/>
              <a:rect l="l" t="t" r="r" b="b"/>
              <a:pathLst>
                <a:path w="1198" h="1441" extrusionOk="0">
                  <a:moveTo>
                    <a:pt x="1198" y="0"/>
                  </a:moveTo>
                  <a:lnTo>
                    <a:pt x="0" y="1441"/>
                  </a:lnTo>
                  <a:lnTo>
                    <a:pt x="1198" y="1441"/>
                  </a:lnTo>
                  <a:lnTo>
                    <a:pt x="119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5" name="Google Shape;25;p9"/>
            <p:cNvSpPr/>
            <p:nvPr/>
          </p:nvSpPr>
          <p:spPr>
            <a:xfrm>
              <a:off x="8589536" y="2525712"/>
              <a:ext cx="3589694" cy="4332288"/>
            </a:xfrm>
            <a:custGeom>
              <a:avLst/>
              <a:gdLst/>
              <a:ahLst/>
              <a:cxnLst/>
              <a:rect l="l" t="t" r="r" b="b"/>
              <a:pathLst>
                <a:path w="1194" h="1441" extrusionOk="0">
                  <a:moveTo>
                    <a:pt x="0" y="0"/>
                  </a:moveTo>
                  <a:lnTo>
                    <a:pt x="1194" y="1441"/>
                  </a:lnTo>
                  <a:lnTo>
                    <a:pt x="0" y="144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grpSp>
        <p:nvGrpSpPr>
          <p:cNvPr id="26" name="Google Shape;26;p9"/>
          <p:cNvGrpSpPr/>
          <p:nvPr/>
        </p:nvGrpSpPr>
        <p:grpSpPr>
          <a:xfrm rot="10800000">
            <a:off x="6465610" y="0"/>
            <a:ext cx="5739697" cy="3467971"/>
            <a:chOff x="5183405" y="2678112"/>
            <a:chExt cx="7170193" cy="4332288"/>
          </a:xfrm>
        </p:grpSpPr>
        <p:sp>
          <p:nvSpPr>
            <p:cNvPr id="27" name="Google Shape;27;p9"/>
            <p:cNvSpPr/>
            <p:nvPr/>
          </p:nvSpPr>
          <p:spPr>
            <a:xfrm>
              <a:off x="5183405" y="2678112"/>
              <a:ext cx="3601721" cy="4332288"/>
            </a:xfrm>
            <a:custGeom>
              <a:avLst/>
              <a:gdLst/>
              <a:ahLst/>
              <a:cxnLst/>
              <a:rect l="l" t="t" r="r" b="b"/>
              <a:pathLst>
                <a:path w="1198" h="1441" extrusionOk="0">
                  <a:moveTo>
                    <a:pt x="1198" y="0"/>
                  </a:moveTo>
                  <a:lnTo>
                    <a:pt x="0" y="1441"/>
                  </a:lnTo>
                  <a:lnTo>
                    <a:pt x="1198" y="1441"/>
                  </a:lnTo>
                  <a:lnTo>
                    <a:pt x="1198"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8" name="Google Shape;28;p9"/>
            <p:cNvSpPr/>
            <p:nvPr/>
          </p:nvSpPr>
          <p:spPr>
            <a:xfrm>
              <a:off x="8763903" y="2678112"/>
              <a:ext cx="3589695" cy="4332288"/>
            </a:xfrm>
            <a:custGeom>
              <a:avLst/>
              <a:gdLst/>
              <a:ahLst/>
              <a:cxnLst/>
              <a:rect l="l" t="t" r="r" b="b"/>
              <a:pathLst>
                <a:path w="1194" h="1441" extrusionOk="0">
                  <a:moveTo>
                    <a:pt x="0" y="0"/>
                  </a:moveTo>
                  <a:lnTo>
                    <a:pt x="1194" y="1441"/>
                  </a:lnTo>
                  <a:lnTo>
                    <a:pt x="0" y="1441"/>
                  </a:lnTo>
                  <a:lnTo>
                    <a:pt x="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sp>
        <p:nvSpPr>
          <p:cNvPr id="29" name="Google Shape;29;p9" descr="preencoded.png"/>
          <p:cNvSpPr/>
          <p:nvPr/>
        </p:nvSpPr>
        <p:spPr>
          <a:xfrm>
            <a:off x="7642518" y="4577658"/>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0" name="Google Shape;30;p9"/>
          <p:cNvSpPr txBox="1">
            <a:spLocks noGrp="1"/>
          </p:cNvSpPr>
          <p:nvPr>
            <p:ph type="title"/>
          </p:nvPr>
        </p:nvSpPr>
        <p:spPr>
          <a:xfrm>
            <a:off x="1499616" y="1901952"/>
            <a:ext cx="5693664" cy="76809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9"/>
          <p:cNvSpPr txBox="1">
            <a:spLocks noGrp="1"/>
          </p:cNvSpPr>
          <p:nvPr>
            <p:ph type="body" idx="1"/>
          </p:nvPr>
        </p:nvSpPr>
        <p:spPr>
          <a:xfrm>
            <a:off x="1499616" y="2770632"/>
            <a:ext cx="5693664" cy="3122168"/>
          </a:xfrm>
          <a:prstGeom prst="rect">
            <a:avLst/>
          </a:prstGeom>
          <a:noFill/>
          <a:ln>
            <a:noFill/>
          </a:ln>
        </p:spPr>
        <p:txBody>
          <a:bodyPr spcFirstLastPara="1" wrap="square" lIns="91425" tIns="45700" rIns="91425" bIns="45700" anchor="t" anchorCtr="0">
            <a:noAutofit/>
          </a:bodyPr>
          <a:lstStyle>
            <a:lvl1pPr marL="457200" lvl="0" indent="-228600" algn="l">
              <a:lnSpc>
                <a:spcPct val="150000"/>
              </a:lnSpc>
              <a:spcBef>
                <a:spcPts val="0"/>
              </a:spcBef>
              <a:spcAft>
                <a:spcPts val="0"/>
              </a:spcAft>
              <a:buClr>
                <a:schemeClr val="accent6"/>
              </a:buClr>
              <a:buSzPts val="2400"/>
              <a:buNone/>
              <a:defRPr sz="2400"/>
            </a:lvl1pPr>
            <a:lvl2pPr marL="914400" lvl="1" indent="-355600" algn="l">
              <a:lnSpc>
                <a:spcPct val="150000"/>
              </a:lnSpc>
              <a:spcBef>
                <a:spcPts val="0"/>
              </a:spcBef>
              <a:spcAft>
                <a:spcPts val="0"/>
              </a:spcAft>
              <a:buClr>
                <a:schemeClr val="accent6"/>
              </a:buClr>
              <a:buSzPts val="2000"/>
              <a:buChar char="•"/>
              <a:defRPr sz="2000"/>
            </a:lvl2pPr>
            <a:lvl3pPr marL="1371600" lvl="2" indent="-342900" algn="l">
              <a:lnSpc>
                <a:spcPct val="150000"/>
              </a:lnSpc>
              <a:spcBef>
                <a:spcPts val="0"/>
              </a:spcBef>
              <a:spcAft>
                <a:spcPts val="0"/>
              </a:spcAft>
              <a:buClr>
                <a:schemeClr val="accent6"/>
              </a:buClr>
              <a:buSzPts val="1800"/>
              <a:buChar char="•"/>
              <a:defRPr sz="1800"/>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troduction" type="obj">
  <p:cSld name="OBJECT">
    <p:spTree>
      <p:nvGrpSpPr>
        <p:cNvPr id="1" name="Shape 32"/>
        <p:cNvGrpSpPr/>
        <p:nvPr/>
      </p:nvGrpSpPr>
      <p:grpSpPr>
        <a:xfrm>
          <a:off x="0" y="0"/>
          <a:ext cx="0" cy="0"/>
          <a:chOff x="0" y="0"/>
          <a:chExt cx="0" cy="0"/>
        </a:xfrm>
      </p:grpSpPr>
      <p:sp>
        <p:nvSpPr>
          <p:cNvPr id="33" name="Google Shape;33;p10"/>
          <p:cNvSpPr/>
          <p:nvPr/>
        </p:nvSpPr>
        <p:spPr>
          <a:xfrm>
            <a:off x="0" y="3427336"/>
            <a:ext cx="3430200" cy="3430665"/>
          </a:xfrm>
          <a:custGeom>
            <a:avLst/>
            <a:gdLst/>
            <a:ahLst/>
            <a:cxnLst/>
            <a:rect l="l" t="t" r="r" b="b"/>
            <a:pathLst>
              <a:path w="3430200" h="3430665" extrusionOk="0">
                <a:moveTo>
                  <a:pt x="0" y="0"/>
                </a:moveTo>
                <a:lnTo>
                  <a:pt x="3430200" y="0"/>
                </a:lnTo>
                <a:lnTo>
                  <a:pt x="3430200" y="3430665"/>
                </a:lnTo>
                <a:lnTo>
                  <a:pt x="0" y="343066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4" name="Google Shape;34;p10"/>
          <p:cNvSpPr/>
          <p:nvPr/>
        </p:nvSpPr>
        <p:spPr>
          <a:xfrm>
            <a:off x="0" y="3427336"/>
            <a:ext cx="3430200" cy="3430665"/>
          </a:xfrm>
          <a:custGeom>
            <a:avLst/>
            <a:gdLst/>
            <a:ahLst/>
            <a:cxnLst/>
            <a:rect l="l" t="t" r="r" b="b"/>
            <a:pathLst>
              <a:path w="3430200" h="3430665" extrusionOk="0">
                <a:moveTo>
                  <a:pt x="3430200" y="0"/>
                </a:moveTo>
                <a:lnTo>
                  <a:pt x="3430200" y="3430665"/>
                </a:lnTo>
                <a:lnTo>
                  <a:pt x="0" y="3430665"/>
                </a:lnTo>
                <a:lnTo>
                  <a:pt x="0" y="341753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5" name="Google Shape;35;p10"/>
          <p:cNvSpPr/>
          <p:nvPr/>
        </p:nvSpPr>
        <p:spPr>
          <a:xfrm>
            <a:off x="1" y="1"/>
            <a:ext cx="3423785" cy="3437345"/>
          </a:xfrm>
          <a:custGeom>
            <a:avLst/>
            <a:gdLst/>
            <a:ahLst/>
            <a:cxnLst/>
            <a:rect l="l" t="t" r="r" b="b"/>
            <a:pathLst>
              <a:path w="3423785" h="3437345" extrusionOk="0">
                <a:moveTo>
                  <a:pt x="0" y="0"/>
                </a:moveTo>
                <a:lnTo>
                  <a:pt x="3423785" y="0"/>
                </a:lnTo>
                <a:lnTo>
                  <a:pt x="3423785" y="3437345"/>
                </a:lnTo>
                <a:lnTo>
                  <a:pt x="0" y="343734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6" name="Google Shape;36;p10"/>
          <p:cNvSpPr txBox="1">
            <a:spLocks noGrp="1"/>
          </p:cNvSpPr>
          <p:nvPr>
            <p:ph type="title"/>
          </p:nvPr>
        </p:nvSpPr>
        <p:spPr>
          <a:xfrm>
            <a:off x="4224528" y="2276856"/>
            <a:ext cx="6766560" cy="76809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accent6"/>
              </a:buClr>
              <a:buSzPts val="4400"/>
              <a:buFont typeface="Arial Blac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0"/>
          <p:cNvSpPr txBox="1">
            <a:spLocks noGrp="1"/>
          </p:cNvSpPr>
          <p:nvPr>
            <p:ph type="body" idx="1"/>
          </p:nvPr>
        </p:nvSpPr>
        <p:spPr>
          <a:xfrm>
            <a:off x="4224528" y="3222752"/>
            <a:ext cx="6766560" cy="27005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accent6"/>
              </a:buClr>
              <a:buSzPts val="1500"/>
              <a:buNone/>
              <a:defRPr sz="1500"/>
            </a:lvl1pPr>
            <a:lvl2pPr marL="914400" lvl="1" indent="-323850" algn="l">
              <a:lnSpc>
                <a:spcPct val="100000"/>
              </a:lnSpc>
              <a:spcBef>
                <a:spcPts val="360"/>
              </a:spcBef>
              <a:spcAft>
                <a:spcPts val="0"/>
              </a:spcAft>
              <a:buClr>
                <a:schemeClr val="accent6"/>
              </a:buClr>
              <a:buSzPts val="1500"/>
              <a:buChar char="•"/>
              <a:defRPr sz="1500"/>
            </a:lvl2pPr>
            <a:lvl3pPr marL="1371600" lvl="2" indent="-323850" algn="l">
              <a:lnSpc>
                <a:spcPct val="100000"/>
              </a:lnSpc>
              <a:spcBef>
                <a:spcPts val="360"/>
              </a:spcBef>
              <a:spcAft>
                <a:spcPts val="0"/>
              </a:spcAft>
              <a:buClr>
                <a:schemeClr val="accent6"/>
              </a:buClr>
              <a:buSzPts val="1500"/>
              <a:buChar char="•"/>
              <a:defRPr sz="1500"/>
            </a:lvl3pPr>
            <a:lvl4pPr marL="1828800" lvl="3" indent="-323850" algn="l">
              <a:lnSpc>
                <a:spcPct val="100000"/>
              </a:lnSpc>
              <a:spcBef>
                <a:spcPts val="360"/>
              </a:spcBef>
              <a:spcAft>
                <a:spcPts val="0"/>
              </a:spcAft>
              <a:buClr>
                <a:schemeClr val="accent6"/>
              </a:buClr>
              <a:buSzPts val="1500"/>
              <a:buChar char="•"/>
              <a:defRPr sz="1500"/>
            </a:lvl4pPr>
            <a:lvl5pPr marL="2286000" lvl="4" indent="-323850" algn="l">
              <a:lnSpc>
                <a:spcPct val="100000"/>
              </a:lnSpc>
              <a:spcBef>
                <a:spcPts val="360"/>
              </a:spcBef>
              <a:spcAft>
                <a:spcPts val="0"/>
              </a:spcAft>
              <a:buClr>
                <a:schemeClr val="accent6"/>
              </a:buClr>
              <a:buSzPts val="1500"/>
              <a:buChar char="•"/>
              <a:defRPr sz="15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0"/>
          <p:cNvSpPr txBox="1">
            <a:spLocks noGrp="1"/>
          </p:cNvSpPr>
          <p:nvPr>
            <p:ph type="ftr" idx="11"/>
          </p:nvPr>
        </p:nvSpPr>
        <p:spPr>
          <a:xfrm>
            <a:off x="4224528"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0" name="Google Shape;40;p10"/>
          <p:cNvSpPr/>
          <p:nvPr/>
        </p:nvSpPr>
        <p:spPr>
          <a:xfrm>
            <a:off x="1" y="869"/>
            <a:ext cx="3423785" cy="3436477"/>
          </a:xfrm>
          <a:custGeom>
            <a:avLst/>
            <a:gdLst/>
            <a:ahLst/>
            <a:cxnLst/>
            <a:rect l="l" t="t" r="r" b="b"/>
            <a:pathLst>
              <a:path w="3423785" h="3436477" extrusionOk="0">
                <a:moveTo>
                  <a:pt x="0" y="0"/>
                </a:moveTo>
                <a:lnTo>
                  <a:pt x="3423785" y="3436477"/>
                </a:lnTo>
                <a:lnTo>
                  <a:pt x="0" y="343647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11"/>
          <p:cNvSpPr/>
          <p:nvPr/>
        </p:nvSpPr>
        <p:spPr>
          <a:xfrm>
            <a:off x="2062836" y="686475"/>
            <a:ext cx="7774629" cy="6193018"/>
          </a:xfrm>
          <a:custGeom>
            <a:avLst/>
            <a:gdLst/>
            <a:ahLst/>
            <a:cxnLst/>
            <a:rect l="l" t="t" r="r" b="b"/>
            <a:pathLst>
              <a:path w="7774629" h="6193018" extrusionOk="0">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rgbClr val="F8E7E7">
              <a:alpha val="9882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43" name="Google Shape;43;p11"/>
          <p:cNvSpPr/>
          <p:nvPr/>
        </p:nvSpPr>
        <p:spPr>
          <a:xfrm>
            <a:off x="7610252" y="1"/>
            <a:ext cx="2273668" cy="3147998"/>
          </a:xfrm>
          <a:custGeom>
            <a:avLst/>
            <a:gdLst/>
            <a:ahLst/>
            <a:cxnLst/>
            <a:rect l="l" t="t" r="r" b="b"/>
            <a:pathLst>
              <a:path w="2273668" h="3147998" extrusionOk="0">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44" name="Google Shape;44;p11"/>
          <p:cNvSpPr/>
          <p:nvPr/>
        </p:nvSpPr>
        <p:spPr>
          <a:xfrm>
            <a:off x="9883919" y="2"/>
            <a:ext cx="2254928" cy="3141557"/>
          </a:xfrm>
          <a:custGeom>
            <a:avLst/>
            <a:gdLst/>
            <a:ahLst/>
            <a:cxnLst/>
            <a:rect l="l" t="t" r="r" b="b"/>
            <a:pathLst>
              <a:path w="2254928" h="3141557" extrusionOk="0">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45" name="Google Shape;45;p11"/>
          <p:cNvSpPr/>
          <p:nvPr/>
        </p:nvSpPr>
        <p:spPr>
          <a:xfrm>
            <a:off x="8395730" y="2"/>
            <a:ext cx="2959203" cy="2352793"/>
          </a:xfrm>
          <a:custGeom>
            <a:avLst/>
            <a:gdLst/>
            <a:ahLst/>
            <a:cxnLst/>
            <a:rect l="l" t="t" r="r" b="b"/>
            <a:pathLst>
              <a:path w="2959203" h="2352793" extrusionOk="0">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46" name="Google Shape;46;p11"/>
          <p:cNvSpPr/>
          <p:nvPr/>
        </p:nvSpPr>
        <p:spPr>
          <a:xfrm>
            <a:off x="1390854" y="3130662"/>
            <a:ext cx="3106248" cy="3748831"/>
          </a:xfrm>
          <a:custGeom>
            <a:avLst/>
            <a:gdLst/>
            <a:ahLst/>
            <a:cxnLst/>
            <a:rect l="l" t="t" r="r" b="b"/>
            <a:pathLst>
              <a:path w="3106248" h="3748831" extrusionOk="0">
                <a:moveTo>
                  <a:pt x="0" y="0"/>
                </a:moveTo>
                <a:lnTo>
                  <a:pt x="3106248" y="3748831"/>
                </a:lnTo>
                <a:lnTo>
                  <a:pt x="0" y="3748831"/>
                </a:lnTo>
                <a:close/>
              </a:path>
            </a:pathLst>
          </a:custGeom>
          <a:solidFill>
            <a:schemeClr val="accent2">
              <a:alpha val="9882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47" name="Google Shape;47;p11"/>
          <p:cNvSpPr/>
          <p:nvPr/>
        </p:nvSpPr>
        <p:spPr>
          <a:xfrm>
            <a:off x="0" y="3130661"/>
            <a:ext cx="1400640" cy="3748832"/>
          </a:xfrm>
          <a:custGeom>
            <a:avLst/>
            <a:gdLst/>
            <a:ahLst/>
            <a:cxnLst/>
            <a:rect l="l" t="t" r="r" b="b"/>
            <a:pathLst>
              <a:path w="1400640" h="3748832" extrusionOk="0">
                <a:moveTo>
                  <a:pt x="1400640" y="0"/>
                </a:moveTo>
                <a:lnTo>
                  <a:pt x="1400640" y="3748832"/>
                </a:lnTo>
                <a:lnTo>
                  <a:pt x="0" y="3748832"/>
                </a:lnTo>
                <a:lnTo>
                  <a:pt x="0" y="1684743"/>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48" name="Google Shape;48;p11"/>
          <p:cNvSpPr txBox="1">
            <a:spLocks noGrp="1"/>
          </p:cNvSpPr>
          <p:nvPr>
            <p:ph type="title"/>
          </p:nvPr>
        </p:nvSpPr>
        <p:spPr>
          <a:xfrm>
            <a:off x="2895600" y="3776472"/>
            <a:ext cx="6400800"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1"/>
          <p:cNvSpPr txBox="1">
            <a:spLocks noGrp="1"/>
          </p:cNvSpPr>
          <p:nvPr>
            <p:ph type="body" idx="1"/>
          </p:nvPr>
        </p:nvSpPr>
        <p:spPr>
          <a:xfrm>
            <a:off x="2895600" y="4718304"/>
            <a:ext cx="6400800" cy="512064"/>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0"/>
              </a:spcBef>
              <a:spcAft>
                <a:spcPts val="0"/>
              </a:spcAft>
              <a:buClr>
                <a:schemeClr val="accent6"/>
              </a:buClr>
              <a:buSzPts val="2400"/>
              <a:buNone/>
              <a:defRPr sz="2400">
                <a:solidFill>
                  <a:schemeClr val="accent6"/>
                </a:solidFill>
              </a:defRPr>
            </a:lvl1pPr>
            <a:lvl2pPr marL="914400" lvl="1" indent="-228600" algn="l">
              <a:lnSpc>
                <a:spcPct val="100000"/>
              </a:lnSpc>
              <a:spcBef>
                <a:spcPts val="360"/>
              </a:spcBef>
              <a:spcAft>
                <a:spcPts val="0"/>
              </a:spcAft>
              <a:buClr>
                <a:srgbClr val="888888"/>
              </a:buClr>
              <a:buSzPts val="2000"/>
              <a:buNone/>
              <a:defRPr sz="2000">
                <a:solidFill>
                  <a:srgbClr val="888888"/>
                </a:solidFill>
              </a:defRPr>
            </a:lvl2pPr>
            <a:lvl3pPr marL="1371600" lvl="2" indent="-228600" algn="l">
              <a:lnSpc>
                <a:spcPct val="100000"/>
              </a:lnSpc>
              <a:spcBef>
                <a:spcPts val="360"/>
              </a:spcBef>
              <a:spcAft>
                <a:spcPts val="0"/>
              </a:spcAft>
              <a:buClr>
                <a:srgbClr val="888888"/>
              </a:buClr>
              <a:buSzPts val="1800"/>
              <a:buNone/>
              <a:defRPr sz="1800">
                <a:solidFill>
                  <a:srgbClr val="888888"/>
                </a:solidFill>
              </a:defRPr>
            </a:lvl3pPr>
            <a:lvl4pPr marL="1828800" lvl="3" indent="-228600" algn="l">
              <a:lnSpc>
                <a:spcPct val="100000"/>
              </a:lnSpc>
              <a:spcBef>
                <a:spcPts val="360"/>
              </a:spcBef>
              <a:spcAft>
                <a:spcPts val="0"/>
              </a:spcAft>
              <a:buClr>
                <a:srgbClr val="888888"/>
              </a:buClr>
              <a:buSzPts val="1600"/>
              <a:buNone/>
              <a:defRPr sz="1600">
                <a:solidFill>
                  <a:srgbClr val="888888"/>
                </a:solidFill>
              </a:defRPr>
            </a:lvl4pPr>
            <a:lvl5pPr marL="2286000" lvl="4" indent="-228600" algn="l">
              <a:lnSpc>
                <a:spcPct val="100000"/>
              </a:lnSpc>
              <a:spcBef>
                <a:spcPts val="36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50"/>
        <p:cNvGrpSpPr/>
        <p:nvPr/>
      </p:nvGrpSpPr>
      <p:grpSpPr>
        <a:xfrm>
          <a:off x="0" y="0"/>
          <a:ext cx="0" cy="0"/>
          <a:chOff x="0" y="0"/>
          <a:chExt cx="0" cy="0"/>
        </a:xfrm>
      </p:grpSpPr>
      <p:sp>
        <p:nvSpPr>
          <p:cNvPr id="51" name="Google Shape;51;p12"/>
          <p:cNvSpPr/>
          <p:nvPr/>
        </p:nvSpPr>
        <p:spPr>
          <a:xfrm>
            <a:off x="9866106" y="0"/>
            <a:ext cx="2325894" cy="2180854"/>
          </a:xfrm>
          <a:custGeom>
            <a:avLst/>
            <a:gdLst/>
            <a:ahLst/>
            <a:cxnLst/>
            <a:rect l="l" t="t" r="r" b="b"/>
            <a:pathLst>
              <a:path w="2325894" h="2180854" extrusionOk="0">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52" name="Google Shape;52;p12"/>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2"/>
          <p:cNvSpPr txBox="1">
            <a:spLocks noGrp="1"/>
          </p:cNvSpPr>
          <p:nvPr>
            <p:ph type="body" idx="1"/>
          </p:nvPr>
        </p:nvSpPr>
        <p:spPr>
          <a:xfrm>
            <a:off x="755904" y="2825496"/>
            <a:ext cx="10680192" cy="283464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accent6"/>
              </a:buClr>
              <a:buSzPts val="1800"/>
              <a:buChar char="•"/>
              <a:defRPr sz="1800"/>
            </a:lvl1pPr>
            <a:lvl2pPr marL="914400" lvl="1" indent="-330200" algn="l">
              <a:lnSpc>
                <a:spcPct val="100000"/>
              </a:lnSpc>
              <a:spcBef>
                <a:spcPts val="360"/>
              </a:spcBef>
              <a:spcAft>
                <a:spcPts val="0"/>
              </a:spcAft>
              <a:buClr>
                <a:schemeClr val="accent6"/>
              </a:buClr>
              <a:buSzPts val="1600"/>
              <a:buChar char="•"/>
              <a:defRPr sz="1600"/>
            </a:lvl2pPr>
            <a:lvl3pPr marL="1371600" lvl="2" indent="-317500" algn="l">
              <a:lnSpc>
                <a:spcPct val="100000"/>
              </a:lnSpc>
              <a:spcBef>
                <a:spcPts val="360"/>
              </a:spcBef>
              <a:spcAft>
                <a:spcPts val="0"/>
              </a:spcAft>
              <a:buClr>
                <a:schemeClr val="accent6"/>
              </a:buClr>
              <a:buSzPts val="1400"/>
              <a:buChar char="•"/>
              <a:defRPr sz="14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2"/>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2"/>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6"/>
        <p:cNvGrpSpPr/>
        <p:nvPr/>
      </p:nvGrpSpPr>
      <p:grpSpPr>
        <a:xfrm>
          <a:off x="0" y="0"/>
          <a:ext cx="0" cy="0"/>
          <a:chOff x="0" y="0"/>
          <a:chExt cx="0" cy="0"/>
        </a:xfrm>
      </p:grpSpPr>
      <p:sp>
        <p:nvSpPr>
          <p:cNvPr id="57" name="Google Shape;57;p13"/>
          <p:cNvSpPr txBox="1">
            <a:spLocks noGrp="1"/>
          </p:cNvSpPr>
          <p:nvPr>
            <p:ph type="title"/>
          </p:nvPr>
        </p:nvSpPr>
        <p:spPr>
          <a:xfrm>
            <a:off x="4389120" y="2395728"/>
            <a:ext cx="7013448" cy="162763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6"/>
              </a:buClr>
              <a:buSzPts val="3300"/>
              <a:buFont typeface="Arial"/>
              <a:buNone/>
              <a:defRPr sz="33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3"/>
          <p:cNvSpPr txBox="1">
            <a:spLocks noGrp="1"/>
          </p:cNvSpPr>
          <p:nvPr>
            <p:ph type="body" idx="1"/>
          </p:nvPr>
        </p:nvSpPr>
        <p:spPr>
          <a:xfrm>
            <a:off x="3611880" y="1984248"/>
            <a:ext cx="768096" cy="1627632"/>
          </a:xfrm>
          <a:prstGeom prst="rect">
            <a:avLst/>
          </a:prstGeom>
          <a:noFill/>
          <a:ln>
            <a:noFill/>
          </a:ln>
        </p:spPr>
        <p:txBody>
          <a:bodyPr spcFirstLastPara="1" wrap="square" lIns="91425" tIns="45700" rIns="91425" bIns="54850" anchor="t" anchorCtr="0">
            <a:noAutofit/>
          </a:bodyPr>
          <a:lstStyle>
            <a:lvl1pPr marL="457200" lvl="0" indent="-228600" algn="l">
              <a:lnSpc>
                <a:spcPct val="100000"/>
              </a:lnSpc>
              <a:spcBef>
                <a:spcPts val="360"/>
              </a:spcBef>
              <a:spcAft>
                <a:spcPts val="0"/>
              </a:spcAft>
              <a:buClr>
                <a:schemeClr val="accent6"/>
              </a:buClr>
              <a:buSzPts val="10000"/>
              <a:buNone/>
              <a:defRPr sz="10000" b="1"/>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2"/>
          </p:nvPr>
        </p:nvSpPr>
        <p:spPr>
          <a:xfrm>
            <a:off x="4389120" y="4308475"/>
            <a:ext cx="3932238" cy="58896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360"/>
              </a:spcBef>
              <a:spcAft>
                <a:spcPts val="0"/>
              </a:spcAft>
              <a:buClr>
                <a:schemeClr val="accent6"/>
              </a:buClr>
              <a:buSzPts val="2400"/>
              <a:buNone/>
              <a:defRPr sz="2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3"/>
          <p:cNvSpPr txBox="1">
            <a:spLocks noGrp="1"/>
          </p:cNvSpPr>
          <p:nvPr>
            <p:ph type="body" idx="3"/>
          </p:nvPr>
        </p:nvSpPr>
        <p:spPr>
          <a:xfrm>
            <a:off x="9500616" y="3209544"/>
            <a:ext cx="768096" cy="1627632"/>
          </a:xfrm>
          <a:prstGeom prst="rect">
            <a:avLst/>
          </a:prstGeom>
          <a:noFill/>
          <a:ln>
            <a:noFill/>
          </a:ln>
        </p:spPr>
        <p:txBody>
          <a:bodyPr spcFirstLastPara="1" wrap="square" lIns="91425" tIns="45700" rIns="91425" bIns="54850" anchor="t" anchorCtr="0">
            <a:noAutofit/>
          </a:bodyPr>
          <a:lstStyle>
            <a:lvl1pPr marL="457200" lvl="0" indent="-228600" algn="l">
              <a:lnSpc>
                <a:spcPct val="100000"/>
              </a:lnSpc>
              <a:spcBef>
                <a:spcPts val="360"/>
              </a:spcBef>
              <a:spcAft>
                <a:spcPts val="0"/>
              </a:spcAft>
              <a:buClr>
                <a:schemeClr val="accent6"/>
              </a:buClr>
              <a:buSzPts val="10000"/>
              <a:buNone/>
              <a:defRPr sz="10000" b="1"/>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descr="preencoded.png"/>
          <p:cNvSpPr/>
          <p:nvPr/>
        </p:nvSpPr>
        <p:spPr>
          <a:xfrm>
            <a:off x="-7117" y="0"/>
            <a:ext cx="2550985" cy="6858000"/>
          </a:xfrm>
          <a:custGeom>
            <a:avLst/>
            <a:gdLst/>
            <a:ahLst/>
            <a:cxnLst/>
            <a:rect l="l" t="t" r="r" b="b"/>
            <a:pathLst>
              <a:path w="2550985" h="6858000" extrusionOk="0">
                <a:moveTo>
                  <a:pt x="2550985" y="0"/>
                </a:moveTo>
                <a:lnTo>
                  <a:pt x="0" y="0"/>
                </a:lnTo>
                <a:lnTo>
                  <a:pt x="0" y="6858000"/>
                </a:lnTo>
                <a:lnTo>
                  <a:pt x="2550985" y="6858000"/>
                </a:lnTo>
                <a:lnTo>
                  <a:pt x="2550985"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62" name="Google Shape;62;p13"/>
          <p:cNvSpPr/>
          <p:nvPr/>
        </p:nvSpPr>
        <p:spPr>
          <a:xfrm>
            <a:off x="-9415" y="0"/>
            <a:ext cx="2548591" cy="2555628"/>
          </a:xfrm>
          <a:custGeom>
            <a:avLst/>
            <a:gdLst/>
            <a:ahLst/>
            <a:cxnLst/>
            <a:rect l="l" t="t" r="r" b="b"/>
            <a:pathLst>
              <a:path w="2548591" h="2555628" extrusionOk="0">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63" name="Google Shape;63;p13" descr="preencoded.png"/>
          <p:cNvSpPr/>
          <p:nvPr/>
        </p:nvSpPr>
        <p:spPr>
          <a:xfrm>
            <a:off x="2543868" y="0"/>
            <a:ext cx="2560340" cy="2560340"/>
          </a:xfrm>
          <a:custGeom>
            <a:avLst/>
            <a:gdLst/>
            <a:ahLst/>
            <a:cxnLst/>
            <a:rect l="l" t="t" r="r" b="b"/>
            <a:pathLst>
              <a:path w="2560340" h="2560340" extrusionOk="0">
                <a:moveTo>
                  <a:pt x="0" y="2560340"/>
                </a:moveTo>
                <a:cubicBezTo>
                  <a:pt x="1414079" y="2560340"/>
                  <a:pt x="2560340" y="1414079"/>
                  <a:pt x="2560340" y="0"/>
                </a:cubicBezTo>
                <a:lnTo>
                  <a:pt x="0" y="0"/>
                </a:lnTo>
                <a:lnTo>
                  <a:pt x="0" y="256034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64" name="Google Shape;64;p13"/>
          <p:cNvSpPr/>
          <p:nvPr/>
        </p:nvSpPr>
        <p:spPr>
          <a:xfrm flipH="1">
            <a:off x="2535251" y="4308466"/>
            <a:ext cx="2550984" cy="2560441"/>
          </a:xfrm>
          <a:custGeom>
            <a:avLst/>
            <a:gdLst/>
            <a:ahLst/>
            <a:cxnLst/>
            <a:rect l="l" t="t" r="r" b="b"/>
            <a:pathLst>
              <a:path w="1079" h="1083" extrusionOk="0">
                <a:moveTo>
                  <a:pt x="0" y="1083"/>
                </a:moveTo>
                <a:lnTo>
                  <a:pt x="1079" y="1083"/>
                </a:lnTo>
                <a:lnTo>
                  <a:pt x="1079" y="0"/>
                </a:lnTo>
                <a:lnTo>
                  <a:pt x="0" y="108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65" name="Google Shape;65;p13"/>
          <p:cNvSpPr/>
          <p:nvPr/>
        </p:nvSpPr>
        <p:spPr>
          <a:xfrm flipH="1">
            <a:off x="-10617" y="4308466"/>
            <a:ext cx="2550984" cy="2560441"/>
          </a:xfrm>
          <a:custGeom>
            <a:avLst/>
            <a:gdLst/>
            <a:ahLst/>
            <a:cxnLst/>
            <a:rect l="l" t="t" r="r" b="b"/>
            <a:pathLst>
              <a:path w="1079" h="1083" extrusionOk="0">
                <a:moveTo>
                  <a:pt x="0" y="1083"/>
                </a:moveTo>
                <a:lnTo>
                  <a:pt x="1079" y="1083"/>
                </a:lnTo>
                <a:lnTo>
                  <a:pt x="1079" y="0"/>
                </a:lnTo>
                <a:lnTo>
                  <a:pt x="0" y="108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66" name="Google Shape;66;p13"/>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x4">
  <p:cSld name="Team x4">
    <p:spTree>
      <p:nvGrpSpPr>
        <p:cNvPr id="1" name="Shape 67"/>
        <p:cNvGrpSpPr/>
        <p:nvPr/>
      </p:nvGrpSpPr>
      <p:grpSpPr>
        <a:xfrm>
          <a:off x="0" y="0"/>
          <a:ext cx="0" cy="0"/>
          <a:chOff x="0" y="0"/>
          <a:chExt cx="0" cy="0"/>
        </a:xfrm>
      </p:grpSpPr>
      <p:sp>
        <p:nvSpPr>
          <p:cNvPr id="68" name="Google Shape;68;p14"/>
          <p:cNvSpPr/>
          <p:nvPr/>
        </p:nvSpPr>
        <p:spPr>
          <a:xfrm>
            <a:off x="-24064" y="3390900"/>
            <a:ext cx="12216063" cy="34671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0">
              <a:solidFill>
                <a:schemeClr val="lt1"/>
              </a:solidFill>
              <a:latin typeface="EB Garamond"/>
              <a:ea typeface="EB Garamond"/>
              <a:cs typeface="EB Garamond"/>
              <a:sym typeface="EB Garamond"/>
            </a:endParaRPr>
          </a:p>
        </p:txBody>
      </p:sp>
      <p:sp>
        <p:nvSpPr>
          <p:cNvPr id="69" name="Google Shape;69;p14"/>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2" name="Google Shape;72;p14"/>
          <p:cNvSpPr>
            <a:spLocks noGrp="1"/>
          </p:cNvSpPr>
          <p:nvPr>
            <p:ph type="pic" idx="2"/>
          </p:nvPr>
        </p:nvSpPr>
        <p:spPr>
          <a:xfrm>
            <a:off x="758905" y="2392023"/>
            <a:ext cx="2596896" cy="2596896"/>
          </a:xfrm>
          <a:prstGeom prst="rect">
            <a:avLst/>
          </a:prstGeom>
          <a:solidFill>
            <a:srgbClr val="E3E5BC"/>
          </a:solidFill>
          <a:ln>
            <a:noFill/>
          </a:ln>
        </p:spPr>
      </p:sp>
      <p:sp>
        <p:nvSpPr>
          <p:cNvPr id="73" name="Google Shape;73;p14"/>
          <p:cNvSpPr txBox="1">
            <a:spLocks noGrp="1"/>
          </p:cNvSpPr>
          <p:nvPr>
            <p:ph type="body" idx="1"/>
          </p:nvPr>
        </p:nvSpPr>
        <p:spPr>
          <a:xfrm>
            <a:off x="758905" y="4989515"/>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4"/>
          <p:cNvSpPr txBox="1">
            <a:spLocks noGrp="1"/>
          </p:cNvSpPr>
          <p:nvPr>
            <p:ph type="body" idx="3"/>
          </p:nvPr>
        </p:nvSpPr>
        <p:spPr>
          <a:xfrm>
            <a:off x="916885" y="5599755"/>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a:spLocks noGrp="1"/>
          </p:cNvSpPr>
          <p:nvPr>
            <p:ph type="pic" idx="4"/>
          </p:nvPr>
        </p:nvSpPr>
        <p:spPr>
          <a:xfrm>
            <a:off x="3517361" y="2392619"/>
            <a:ext cx="2596896" cy="2596896"/>
          </a:xfrm>
          <a:prstGeom prst="rect">
            <a:avLst/>
          </a:prstGeom>
          <a:solidFill>
            <a:srgbClr val="E3E5BC"/>
          </a:solidFill>
          <a:ln>
            <a:noFill/>
          </a:ln>
        </p:spPr>
      </p:sp>
      <p:sp>
        <p:nvSpPr>
          <p:cNvPr id="76" name="Google Shape;76;p14"/>
          <p:cNvSpPr txBox="1">
            <a:spLocks noGrp="1"/>
          </p:cNvSpPr>
          <p:nvPr>
            <p:ph type="body" idx="5"/>
          </p:nvPr>
        </p:nvSpPr>
        <p:spPr>
          <a:xfrm>
            <a:off x="3516747" y="4990111"/>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4"/>
          <p:cNvSpPr txBox="1">
            <a:spLocks noGrp="1"/>
          </p:cNvSpPr>
          <p:nvPr>
            <p:ph type="body" idx="6"/>
          </p:nvPr>
        </p:nvSpPr>
        <p:spPr>
          <a:xfrm>
            <a:off x="3674073" y="5600351"/>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4"/>
          <p:cNvSpPr>
            <a:spLocks noGrp="1"/>
          </p:cNvSpPr>
          <p:nvPr>
            <p:ph type="pic" idx="7"/>
          </p:nvPr>
        </p:nvSpPr>
        <p:spPr>
          <a:xfrm>
            <a:off x="6275817" y="2393215"/>
            <a:ext cx="2596896" cy="2596896"/>
          </a:xfrm>
          <a:prstGeom prst="rect">
            <a:avLst/>
          </a:prstGeom>
          <a:solidFill>
            <a:srgbClr val="E3E5BC"/>
          </a:solidFill>
          <a:ln>
            <a:noFill/>
          </a:ln>
        </p:spPr>
      </p:sp>
      <p:sp>
        <p:nvSpPr>
          <p:cNvPr id="79" name="Google Shape;79;p14"/>
          <p:cNvSpPr txBox="1">
            <a:spLocks noGrp="1"/>
          </p:cNvSpPr>
          <p:nvPr>
            <p:ph type="body" idx="8"/>
          </p:nvPr>
        </p:nvSpPr>
        <p:spPr>
          <a:xfrm>
            <a:off x="6274589" y="4990707"/>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body" idx="9"/>
          </p:nvPr>
        </p:nvSpPr>
        <p:spPr>
          <a:xfrm>
            <a:off x="6432529" y="5600947"/>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4"/>
          <p:cNvSpPr>
            <a:spLocks noGrp="1"/>
          </p:cNvSpPr>
          <p:nvPr>
            <p:ph type="pic" idx="13"/>
          </p:nvPr>
        </p:nvSpPr>
        <p:spPr>
          <a:xfrm>
            <a:off x="9034272" y="2393215"/>
            <a:ext cx="2596896" cy="2596896"/>
          </a:xfrm>
          <a:prstGeom prst="rect">
            <a:avLst/>
          </a:prstGeom>
          <a:solidFill>
            <a:srgbClr val="E3E5BC"/>
          </a:solidFill>
          <a:ln>
            <a:noFill/>
          </a:ln>
        </p:spPr>
      </p:sp>
      <p:sp>
        <p:nvSpPr>
          <p:cNvPr id="82" name="Google Shape;82;p14"/>
          <p:cNvSpPr txBox="1">
            <a:spLocks noGrp="1"/>
          </p:cNvSpPr>
          <p:nvPr>
            <p:ph type="body" idx="14"/>
          </p:nvPr>
        </p:nvSpPr>
        <p:spPr>
          <a:xfrm>
            <a:off x="9032431" y="4990707"/>
            <a:ext cx="2598737" cy="1109662"/>
          </a:xfrm>
          <a:prstGeom prst="rect">
            <a:avLst/>
          </a:prstGeom>
          <a:solidFill>
            <a:schemeClr val="lt1"/>
          </a:solidFill>
          <a:ln>
            <a:noFill/>
          </a:ln>
        </p:spPr>
        <p:txBody>
          <a:bodyPr spcFirstLastPara="1" wrap="square" lIns="0" tIns="274300" rIns="0"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4"/>
          <p:cNvSpPr txBox="1">
            <a:spLocks noGrp="1"/>
          </p:cNvSpPr>
          <p:nvPr>
            <p:ph type="body" idx="15"/>
          </p:nvPr>
        </p:nvSpPr>
        <p:spPr>
          <a:xfrm>
            <a:off x="9190984" y="5600947"/>
            <a:ext cx="2283472" cy="365125"/>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400"/>
              <a:buNone/>
              <a:defRPr sz="14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x8">
  <p:cSld name="Team x8">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758952" y="539496"/>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5"/>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5"/>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8" name="Google Shape;88;p15"/>
          <p:cNvSpPr>
            <a:spLocks noGrp="1"/>
          </p:cNvSpPr>
          <p:nvPr>
            <p:ph type="pic" idx="2"/>
          </p:nvPr>
        </p:nvSpPr>
        <p:spPr>
          <a:xfrm>
            <a:off x="1271016" y="1545336"/>
            <a:ext cx="2029968" cy="1828800"/>
          </a:xfrm>
          <a:prstGeom prst="rect">
            <a:avLst/>
          </a:prstGeom>
          <a:solidFill>
            <a:srgbClr val="E3E5BC"/>
          </a:solidFill>
          <a:ln>
            <a:noFill/>
          </a:ln>
        </p:spPr>
      </p:sp>
      <p:sp>
        <p:nvSpPr>
          <p:cNvPr id="89" name="Google Shape;89;p15"/>
          <p:cNvSpPr txBox="1">
            <a:spLocks noGrp="1"/>
          </p:cNvSpPr>
          <p:nvPr>
            <p:ph type="body" idx="1"/>
          </p:nvPr>
        </p:nvSpPr>
        <p:spPr>
          <a:xfrm>
            <a:off x="1271016" y="3191256"/>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5"/>
          <p:cNvSpPr txBox="1">
            <a:spLocks noGrp="1"/>
          </p:cNvSpPr>
          <p:nvPr>
            <p:ph type="body" idx="3"/>
          </p:nvPr>
        </p:nvSpPr>
        <p:spPr>
          <a:xfrm>
            <a:off x="1271016"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a:spLocks noGrp="1"/>
          </p:cNvSpPr>
          <p:nvPr>
            <p:ph type="pic" idx="4"/>
          </p:nvPr>
        </p:nvSpPr>
        <p:spPr>
          <a:xfrm>
            <a:off x="1271016" y="4144264"/>
            <a:ext cx="2029968" cy="1828800"/>
          </a:xfrm>
          <a:prstGeom prst="rect">
            <a:avLst/>
          </a:prstGeom>
          <a:solidFill>
            <a:srgbClr val="E3E5BC"/>
          </a:solidFill>
          <a:ln>
            <a:noFill/>
          </a:ln>
        </p:spPr>
      </p:sp>
      <p:sp>
        <p:nvSpPr>
          <p:cNvPr id="92" name="Google Shape;92;p15"/>
          <p:cNvSpPr txBox="1">
            <a:spLocks noGrp="1"/>
          </p:cNvSpPr>
          <p:nvPr>
            <p:ph type="body" idx="5"/>
          </p:nvPr>
        </p:nvSpPr>
        <p:spPr>
          <a:xfrm>
            <a:off x="1271016" y="5790184"/>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5"/>
          <p:cNvSpPr txBox="1">
            <a:spLocks noGrp="1"/>
          </p:cNvSpPr>
          <p:nvPr>
            <p:ph type="body" idx="6"/>
          </p:nvPr>
        </p:nvSpPr>
        <p:spPr>
          <a:xfrm>
            <a:off x="1271016"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15"/>
          <p:cNvSpPr>
            <a:spLocks noGrp="1"/>
          </p:cNvSpPr>
          <p:nvPr>
            <p:ph type="pic" idx="7"/>
          </p:nvPr>
        </p:nvSpPr>
        <p:spPr>
          <a:xfrm>
            <a:off x="3828288" y="1545336"/>
            <a:ext cx="2029968" cy="1828800"/>
          </a:xfrm>
          <a:prstGeom prst="rect">
            <a:avLst/>
          </a:prstGeom>
          <a:solidFill>
            <a:srgbClr val="E3E5BC"/>
          </a:solidFill>
          <a:ln>
            <a:noFill/>
          </a:ln>
        </p:spPr>
      </p:sp>
      <p:sp>
        <p:nvSpPr>
          <p:cNvPr id="95" name="Google Shape;95;p15"/>
          <p:cNvSpPr txBox="1">
            <a:spLocks noGrp="1"/>
          </p:cNvSpPr>
          <p:nvPr>
            <p:ph type="body" idx="8"/>
          </p:nvPr>
        </p:nvSpPr>
        <p:spPr>
          <a:xfrm>
            <a:off x="3828288" y="3191256"/>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15"/>
          <p:cNvSpPr txBox="1">
            <a:spLocks noGrp="1"/>
          </p:cNvSpPr>
          <p:nvPr>
            <p:ph type="body" idx="9"/>
          </p:nvPr>
        </p:nvSpPr>
        <p:spPr>
          <a:xfrm>
            <a:off x="3828288"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15"/>
          <p:cNvSpPr>
            <a:spLocks noGrp="1"/>
          </p:cNvSpPr>
          <p:nvPr>
            <p:ph type="pic" idx="13"/>
          </p:nvPr>
        </p:nvSpPr>
        <p:spPr>
          <a:xfrm>
            <a:off x="3828288" y="4144264"/>
            <a:ext cx="2029968" cy="1828800"/>
          </a:xfrm>
          <a:prstGeom prst="rect">
            <a:avLst/>
          </a:prstGeom>
          <a:solidFill>
            <a:srgbClr val="E3E5BC"/>
          </a:solidFill>
          <a:ln>
            <a:noFill/>
          </a:ln>
        </p:spPr>
      </p:sp>
      <p:sp>
        <p:nvSpPr>
          <p:cNvPr id="98" name="Google Shape;98;p15"/>
          <p:cNvSpPr txBox="1">
            <a:spLocks noGrp="1"/>
          </p:cNvSpPr>
          <p:nvPr>
            <p:ph type="body" idx="14"/>
          </p:nvPr>
        </p:nvSpPr>
        <p:spPr>
          <a:xfrm>
            <a:off x="3828288" y="5790184"/>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15"/>
          <p:cNvSpPr txBox="1">
            <a:spLocks noGrp="1"/>
          </p:cNvSpPr>
          <p:nvPr>
            <p:ph type="body" idx="15"/>
          </p:nvPr>
        </p:nvSpPr>
        <p:spPr>
          <a:xfrm>
            <a:off x="3828288"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5"/>
          <p:cNvSpPr>
            <a:spLocks noGrp="1"/>
          </p:cNvSpPr>
          <p:nvPr>
            <p:ph type="pic" idx="16"/>
          </p:nvPr>
        </p:nvSpPr>
        <p:spPr>
          <a:xfrm>
            <a:off x="6385560" y="1545336"/>
            <a:ext cx="2029968" cy="1828800"/>
          </a:xfrm>
          <a:prstGeom prst="rect">
            <a:avLst/>
          </a:prstGeom>
          <a:solidFill>
            <a:srgbClr val="E3E5BC"/>
          </a:solidFill>
          <a:ln>
            <a:noFill/>
          </a:ln>
        </p:spPr>
      </p:sp>
      <p:sp>
        <p:nvSpPr>
          <p:cNvPr id="101" name="Google Shape;101;p15"/>
          <p:cNvSpPr txBox="1">
            <a:spLocks noGrp="1"/>
          </p:cNvSpPr>
          <p:nvPr>
            <p:ph type="body" idx="17"/>
          </p:nvPr>
        </p:nvSpPr>
        <p:spPr>
          <a:xfrm>
            <a:off x="6385560" y="3191256"/>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15"/>
          <p:cNvSpPr txBox="1">
            <a:spLocks noGrp="1"/>
          </p:cNvSpPr>
          <p:nvPr>
            <p:ph type="body" idx="18"/>
          </p:nvPr>
        </p:nvSpPr>
        <p:spPr>
          <a:xfrm>
            <a:off x="6385560"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15"/>
          <p:cNvSpPr>
            <a:spLocks noGrp="1"/>
          </p:cNvSpPr>
          <p:nvPr>
            <p:ph type="pic" idx="19"/>
          </p:nvPr>
        </p:nvSpPr>
        <p:spPr>
          <a:xfrm>
            <a:off x="6385560" y="4144264"/>
            <a:ext cx="2029968" cy="1828800"/>
          </a:xfrm>
          <a:prstGeom prst="rect">
            <a:avLst/>
          </a:prstGeom>
          <a:solidFill>
            <a:srgbClr val="E3E5BC"/>
          </a:solidFill>
          <a:ln>
            <a:noFill/>
          </a:ln>
        </p:spPr>
      </p:sp>
      <p:sp>
        <p:nvSpPr>
          <p:cNvPr id="104" name="Google Shape;104;p15"/>
          <p:cNvSpPr txBox="1">
            <a:spLocks noGrp="1"/>
          </p:cNvSpPr>
          <p:nvPr>
            <p:ph type="body" idx="20"/>
          </p:nvPr>
        </p:nvSpPr>
        <p:spPr>
          <a:xfrm>
            <a:off x="6385560" y="5790184"/>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15"/>
          <p:cNvSpPr txBox="1">
            <a:spLocks noGrp="1"/>
          </p:cNvSpPr>
          <p:nvPr>
            <p:ph type="body" idx="21"/>
          </p:nvPr>
        </p:nvSpPr>
        <p:spPr>
          <a:xfrm>
            <a:off x="6385560"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15"/>
          <p:cNvSpPr>
            <a:spLocks noGrp="1"/>
          </p:cNvSpPr>
          <p:nvPr>
            <p:ph type="pic" idx="22"/>
          </p:nvPr>
        </p:nvSpPr>
        <p:spPr>
          <a:xfrm>
            <a:off x="8942832" y="1545336"/>
            <a:ext cx="2029968" cy="1828800"/>
          </a:xfrm>
          <a:prstGeom prst="rect">
            <a:avLst/>
          </a:prstGeom>
          <a:solidFill>
            <a:srgbClr val="E3E5BC"/>
          </a:solidFill>
          <a:ln>
            <a:noFill/>
          </a:ln>
        </p:spPr>
      </p:sp>
      <p:sp>
        <p:nvSpPr>
          <p:cNvPr id="107" name="Google Shape;107;p15"/>
          <p:cNvSpPr txBox="1">
            <a:spLocks noGrp="1"/>
          </p:cNvSpPr>
          <p:nvPr>
            <p:ph type="body" idx="23"/>
          </p:nvPr>
        </p:nvSpPr>
        <p:spPr>
          <a:xfrm>
            <a:off x="8942832" y="3191256"/>
            <a:ext cx="2029968" cy="694944"/>
          </a:xfrm>
          <a:prstGeom prst="rect">
            <a:avLst/>
          </a:prstGeom>
          <a:solidFill>
            <a:schemeClr val="accent1"/>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15"/>
          <p:cNvSpPr txBox="1">
            <a:spLocks noGrp="1"/>
          </p:cNvSpPr>
          <p:nvPr>
            <p:ph type="body" idx="24"/>
          </p:nvPr>
        </p:nvSpPr>
        <p:spPr>
          <a:xfrm>
            <a:off x="8942832" y="3616960"/>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15"/>
          <p:cNvSpPr>
            <a:spLocks noGrp="1"/>
          </p:cNvSpPr>
          <p:nvPr>
            <p:ph type="pic" idx="25"/>
          </p:nvPr>
        </p:nvSpPr>
        <p:spPr>
          <a:xfrm>
            <a:off x="8942832" y="4144264"/>
            <a:ext cx="2029968" cy="1828800"/>
          </a:xfrm>
          <a:prstGeom prst="rect">
            <a:avLst/>
          </a:prstGeom>
          <a:solidFill>
            <a:srgbClr val="E3E5BC"/>
          </a:solidFill>
          <a:ln>
            <a:noFill/>
          </a:ln>
        </p:spPr>
      </p:sp>
      <p:sp>
        <p:nvSpPr>
          <p:cNvPr id="110" name="Google Shape;110;p15"/>
          <p:cNvSpPr txBox="1">
            <a:spLocks noGrp="1"/>
          </p:cNvSpPr>
          <p:nvPr>
            <p:ph type="body" idx="26"/>
          </p:nvPr>
        </p:nvSpPr>
        <p:spPr>
          <a:xfrm>
            <a:off x="8942832" y="5790184"/>
            <a:ext cx="2029968" cy="694944"/>
          </a:xfrm>
          <a:prstGeom prst="rect">
            <a:avLst/>
          </a:prstGeom>
          <a:solidFill>
            <a:schemeClr val="accent4"/>
          </a:solidFill>
          <a:ln>
            <a:noFill/>
          </a:ln>
        </p:spPr>
        <p:txBody>
          <a:bodyPr spcFirstLastPara="1" wrap="square" lIns="0" tIns="155425" rIns="0" bIns="45700" anchor="t" anchorCtr="0">
            <a:noAutofit/>
          </a:bodyPr>
          <a:lstStyle>
            <a:lvl1pPr marL="457200" lvl="0" indent="-228600" algn="ctr">
              <a:lnSpc>
                <a:spcPct val="100000"/>
              </a:lnSpc>
              <a:spcBef>
                <a:spcPts val="0"/>
              </a:spcBef>
              <a:spcAft>
                <a:spcPts val="0"/>
              </a:spcAft>
              <a:buClr>
                <a:schemeClr val="accent6"/>
              </a:buClr>
              <a:buSzPts val="1400"/>
              <a:buNone/>
              <a:defRPr sz="1400" b="1" cap="none">
                <a:solidFill>
                  <a:schemeClr val="accent6"/>
                </a:solidFill>
                <a:latin typeface="Arial"/>
                <a:ea typeface="Arial"/>
                <a:cs typeface="Arial"/>
                <a:sym typeface="Arial"/>
              </a:defRPr>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15"/>
          <p:cNvSpPr txBox="1">
            <a:spLocks noGrp="1"/>
          </p:cNvSpPr>
          <p:nvPr>
            <p:ph type="body" idx="27"/>
          </p:nvPr>
        </p:nvSpPr>
        <p:spPr>
          <a:xfrm>
            <a:off x="8942832" y="6215888"/>
            <a:ext cx="2029968" cy="18288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360"/>
              </a:spcBef>
              <a:spcAft>
                <a:spcPts val="0"/>
              </a:spcAft>
              <a:buClr>
                <a:schemeClr val="accent6"/>
              </a:buClr>
              <a:buSzPts val="1200"/>
              <a:buNone/>
              <a:defRPr sz="12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 Column">
  <p:cSld name="5 Column">
    <p:spTree>
      <p:nvGrpSpPr>
        <p:cNvPr id="1" name="Shape 112"/>
        <p:cNvGrpSpPr/>
        <p:nvPr/>
      </p:nvGrpSpPr>
      <p:grpSpPr>
        <a:xfrm>
          <a:off x="0" y="0"/>
          <a:ext cx="0" cy="0"/>
          <a:chOff x="0" y="0"/>
          <a:chExt cx="0" cy="0"/>
        </a:xfrm>
      </p:grpSpPr>
      <p:sp>
        <p:nvSpPr>
          <p:cNvPr id="113" name="Google Shape;113;p16"/>
          <p:cNvSpPr/>
          <p:nvPr/>
        </p:nvSpPr>
        <p:spPr>
          <a:xfrm>
            <a:off x="685338"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14" name="Google Shape;114;p16"/>
          <p:cNvSpPr/>
          <p:nvPr/>
        </p:nvSpPr>
        <p:spPr>
          <a:xfrm>
            <a:off x="2900911" y="3796480"/>
            <a:ext cx="2011680" cy="1517904"/>
          </a:xfrm>
          <a:prstGeom prst="rect">
            <a:avLst/>
          </a:prstGeom>
          <a:solidFill>
            <a:srgbClr val="DCE6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15" name="Google Shape;115;p16"/>
          <p:cNvSpPr/>
          <p:nvPr/>
        </p:nvSpPr>
        <p:spPr>
          <a:xfrm>
            <a:off x="5116484"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16" name="Google Shape;116;p16"/>
          <p:cNvSpPr/>
          <p:nvPr/>
        </p:nvSpPr>
        <p:spPr>
          <a:xfrm>
            <a:off x="9547629" y="3796480"/>
            <a:ext cx="2011680" cy="151790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17" name="Google Shape;117;p16"/>
          <p:cNvSpPr/>
          <p:nvPr/>
        </p:nvSpPr>
        <p:spPr>
          <a:xfrm>
            <a:off x="7332057" y="3796480"/>
            <a:ext cx="2011680" cy="1517904"/>
          </a:xfrm>
          <a:prstGeom prst="rect">
            <a:avLst/>
          </a:prstGeom>
          <a:solidFill>
            <a:srgbClr val="DCE6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18" name="Google Shape;118;p16"/>
          <p:cNvSpPr txBox="1">
            <a:spLocks noGrp="1"/>
          </p:cNvSpPr>
          <p:nvPr>
            <p:ph type="title"/>
          </p:nvPr>
        </p:nvSpPr>
        <p:spPr>
          <a:xfrm>
            <a:off x="758952" y="841248"/>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16"/>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6"/>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21" name="Google Shape;121;p16"/>
          <p:cNvSpPr txBox="1">
            <a:spLocks noGrp="1"/>
          </p:cNvSpPr>
          <p:nvPr>
            <p:ph type="body" idx="1"/>
          </p:nvPr>
        </p:nvSpPr>
        <p:spPr>
          <a:xfrm>
            <a:off x="685338"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2" name="Google Shape;122;p16"/>
          <p:cNvSpPr>
            <a:spLocks noGrp="1"/>
          </p:cNvSpPr>
          <p:nvPr>
            <p:ph type="pic" idx="2"/>
          </p:nvPr>
        </p:nvSpPr>
        <p:spPr>
          <a:xfrm>
            <a:off x="1339134" y="2111058"/>
            <a:ext cx="704088" cy="704088"/>
          </a:xfrm>
          <a:prstGeom prst="ellipse">
            <a:avLst/>
          </a:prstGeom>
          <a:solidFill>
            <a:schemeClr val="accent1"/>
          </a:solidFill>
          <a:ln>
            <a:noFill/>
          </a:ln>
        </p:spPr>
      </p:sp>
      <p:sp>
        <p:nvSpPr>
          <p:cNvPr id="123" name="Google Shape;123;p16"/>
          <p:cNvSpPr txBox="1">
            <a:spLocks noGrp="1"/>
          </p:cNvSpPr>
          <p:nvPr>
            <p:ph type="body" idx="3"/>
          </p:nvPr>
        </p:nvSpPr>
        <p:spPr>
          <a:xfrm>
            <a:off x="731058" y="3888404"/>
            <a:ext cx="1920240" cy="137160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16"/>
          <p:cNvSpPr txBox="1">
            <a:spLocks noGrp="1"/>
          </p:cNvSpPr>
          <p:nvPr>
            <p:ph type="body" idx="4"/>
          </p:nvPr>
        </p:nvSpPr>
        <p:spPr>
          <a:xfrm>
            <a:off x="2900910" y="2491684"/>
            <a:ext cx="2011680" cy="2825173"/>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p16"/>
          <p:cNvSpPr>
            <a:spLocks noGrp="1"/>
          </p:cNvSpPr>
          <p:nvPr>
            <p:ph type="pic" idx="5"/>
          </p:nvPr>
        </p:nvSpPr>
        <p:spPr>
          <a:xfrm>
            <a:off x="3554707" y="2111058"/>
            <a:ext cx="704088" cy="704088"/>
          </a:xfrm>
          <a:prstGeom prst="ellipse">
            <a:avLst/>
          </a:prstGeom>
          <a:solidFill>
            <a:schemeClr val="accent3"/>
          </a:solidFill>
          <a:ln>
            <a:noFill/>
          </a:ln>
        </p:spPr>
      </p:sp>
      <p:sp>
        <p:nvSpPr>
          <p:cNvPr id="126" name="Google Shape;126;p16"/>
          <p:cNvSpPr txBox="1">
            <a:spLocks noGrp="1"/>
          </p:cNvSpPr>
          <p:nvPr>
            <p:ph type="body" idx="6"/>
          </p:nvPr>
        </p:nvSpPr>
        <p:spPr>
          <a:xfrm>
            <a:off x="2946630" y="3888404"/>
            <a:ext cx="1920240" cy="137160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16"/>
          <p:cNvSpPr txBox="1">
            <a:spLocks noGrp="1"/>
          </p:cNvSpPr>
          <p:nvPr>
            <p:ph type="body" idx="7"/>
          </p:nvPr>
        </p:nvSpPr>
        <p:spPr>
          <a:xfrm>
            <a:off x="5116484"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8" name="Google Shape;128;p16"/>
          <p:cNvSpPr>
            <a:spLocks noGrp="1"/>
          </p:cNvSpPr>
          <p:nvPr>
            <p:ph type="pic" idx="8"/>
          </p:nvPr>
        </p:nvSpPr>
        <p:spPr>
          <a:xfrm>
            <a:off x="5770280" y="2111058"/>
            <a:ext cx="704088" cy="704088"/>
          </a:xfrm>
          <a:prstGeom prst="ellipse">
            <a:avLst/>
          </a:prstGeom>
          <a:solidFill>
            <a:schemeClr val="accent1"/>
          </a:solidFill>
          <a:ln>
            <a:noFill/>
          </a:ln>
        </p:spPr>
      </p:sp>
      <p:sp>
        <p:nvSpPr>
          <p:cNvPr id="129" name="Google Shape;129;p16"/>
          <p:cNvSpPr txBox="1">
            <a:spLocks noGrp="1"/>
          </p:cNvSpPr>
          <p:nvPr>
            <p:ph type="body" idx="9"/>
          </p:nvPr>
        </p:nvSpPr>
        <p:spPr>
          <a:xfrm>
            <a:off x="5162204" y="3888404"/>
            <a:ext cx="1920240" cy="137160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16"/>
          <p:cNvSpPr txBox="1">
            <a:spLocks noGrp="1"/>
          </p:cNvSpPr>
          <p:nvPr>
            <p:ph type="body" idx="13"/>
          </p:nvPr>
        </p:nvSpPr>
        <p:spPr>
          <a:xfrm>
            <a:off x="7332057" y="2491684"/>
            <a:ext cx="2011680" cy="2825173"/>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1" name="Google Shape;131;p16"/>
          <p:cNvSpPr>
            <a:spLocks noGrp="1"/>
          </p:cNvSpPr>
          <p:nvPr>
            <p:ph type="pic" idx="14"/>
          </p:nvPr>
        </p:nvSpPr>
        <p:spPr>
          <a:xfrm>
            <a:off x="7985853" y="2111058"/>
            <a:ext cx="704088" cy="704088"/>
          </a:xfrm>
          <a:prstGeom prst="ellipse">
            <a:avLst/>
          </a:prstGeom>
          <a:solidFill>
            <a:schemeClr val="accent3"/>
          </a:solidFill>
          <a:ln>
            <a:noFill/>
          </a:ln>
        </p:spPr>
      </p:sp>
      <p:sp>
        <p:nvSpPr>
          <p:cNvPr id="132" name="Google Shape;132;p16"/>
          <p:cNvSpPr txBox="1">
            <a:spLocks noGrp="1"/>
          </p:cNvSpPr>
          <p:nvPr>
            <p:ph type="body" idx="15"/>
          </p:nvPr>
        </p:nvSpPr>
        <p:spPr>
          <a:xfrm>
            <a:off x="7377777" y="3888404"/>
            <a:ext cx="1920240" cy="137160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16"/>
          <p:cNvSpPr txBox="1">
            <a:spLocks noGrp="1"/>
          </p:cNvSpPr>
          <p:nvPr>
            <p:ph type="body" idx="16"/>
          </p:nvPr>
        </p:nvSpPr>
        <p:spPr>
          <a:xfrm>
            <a:off x="9547629" y="2491684"/>
            <a:ext cx="2011680" cy="2825173"/>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4" name="Google Shape;134;p16"/>
          <p:cNvSpPr>
            <a:spLocks noGrp="1"/>
          </p:cNvSpPr>
          <p:nvPr>
            <p:ph type="pic" idx="17"/>
          </p:nvPr>
        </p:nvSpPr>
        <p:spPr>
          <a:xfrm>
            <a:off x="10201425" y="2111058"/>
            <a:ext cx="704088" cy="704088"/>
          </a:xfrm>
          <a:prstGeom prst="ellipse">
            <a:avLst/>
          </a:prstGeom>
          <a:solidFill>
            <a:schemeClr val="accent1"/>
          </a:solidFill>
          <a:ln>
            <a:noFill/>
          </a:ln>
        </p:spPr>
      </p:sp>
      <p:sp>
        <p:nvSpPr>
          <p:cNvPr id="135" name="Google Shape;135;p16"/>
          <p:cNvSpPr txBox="1">
            <a:spLocks noGrp="1"/>
          </p:cNvSpPr>
          <p:nvPr>
            <p:ph type="body" idx="18"/>
          </p:nvPr>
        </p:nvSpPr>
        <p:spPr>
          <a:xfrm>
            <a:off x="9593349" y="3888404"/>
            <a:ext cx="1920240" cy="1371600"/>
          </a:xfrm>
          <a:prstGeom prst="rect">
            <a:avLst/>
          </a:prstGeom>
          <a:noFill/>
          <a:ln>
            <a:noFill/>
          </a:ln>
        </p:spPr>
        <p:txBody>
          <a:bodyPr spcFirstLastPara="1" wrap="square" lIns="91425" tIns="45700" rIns="91425" bIns="45700" anchor="ctr"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36"/>
        <p:cNvGrpSpPr/>
        <p:nvPr/>
      </p:nvGrpSpPr>
      <p:grpSpPr>
        <a:xfrm>
          <a:off x="0" y="0"/>
          <a:ext cx="0" cy="0"/>
          <a:chOff x="0" y="0"/>
          <a:chExt cx="0" cy="0"/>
        </a:xfrm>
      </p:grpSpPr>
      <p:sp>
        <p:nvSpPr>
          <p:cNvPr id="137" name="Google Shape;137;p17"/>
          <p:cNvSpPr/>
          <p:nvPr/>
        </p:nvSpPr>
        <p:spPr>
          <a:xfrm>
            <a:off x="0" y="0"/>
            <a:ext cx="2838450" cy="2857958"/>
          </a:xfrm>
          <a:custGeom>
            <a:avLst/>
            <a:gdLst/>
            <a:ahLst/>
            <a:cxnLst/>
            <a:rect l="l" t="t" r="r" b="b"/>
            <a:pathLst>
              <a:path w="2838450" h="2857958" extrusionOk="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38" name="Google Shape;138;p17"/>
          <p:cNvSpPr/>
          <p:nvPr/>
        </p:nvSpPr>
        <p:spPr>
          <a:xfrm>
            <a:off x="1" y="-1"/>
            <a:ext cx="1970627" cy="1990267"/>
          </a:xfrm>
          <a:custGeom>
            <a:avLst/>
            <a:gdLst/>
            <a:ahLst/>
            <a:cxnLst/>
            <a:rect l="l" t="t" r="r" b="b"/>
            <a:pathLst>
              <a:path w="1970627" h="1990267" extrusionOk="0">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39" name="Google Shape;139;p17"/>
          <p:cNvSpPr/>
          <p:nvPr/>
        </p:nvSpPr>
        <p:spPr>
          <a:xfrm>
            <a:off x="1" y="1"/>
            <a:ext cx="1003449" cy="1013015"/>
          </a:xfrm>
          <a:custGeom>
            <a:avLst/>
            <a:gdLst/>
            <a:ahLst/>
            <a:cxnLst/>
            <a:rect l="l" t="t" r="r" b="b"/>
            <a:pathLst>
              <a:path w="1003449" h="1013015" extrusionOk="0">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0" name="Google Shape;140;p17"/>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accent6"/>
              </a:buClr>
              <a:buSzPts val="4400"/>
              <a:buFont typeface="Arial Black"/>
              <a:buNone/>
              <a:defRPr>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17"/>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42" name="Google Shape;142;p17" descr="preencoded.png"/>
          <p:cNvSpPr/>
          <p:nvPr/>
        </p:nvSpPr>
        <p:spPr>
          <a:xfrm>
            <a:off x="1458332" y="590133"/>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3" name="Google Shape;143;p17"/>
          <p:cNvSpPr txBox="1">
            <a:spLocks noGrp="1"/>
          </p:cNvSpPr>
          <p:nvPr>
            <p:ph type="body" idx="1"/>
          </p:nvPr>
        </p:nvSpPr>
        <p:spPr>
          <a:xfrm>
            <a:off x="685338"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4" name="Google Shape;144;p17"/>
          <p:cNvSpPr txBox="1">
            <a:spLocks noGrp="1"/>
          </p:cNvSpPr>
          <p:nvPr>
            <p:ph type="body" idx="2"/>
          </p:nvPr>
        </p:nvSpPr>
        <p:spPr>
          <a:xfrm>
            <a:off x="2900911" y="3017520"/>
            <a:ext cx="1993392" cy="557784"/>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5" name="Google Shape;145;p17"/>
          <p:cNvSpPr txBox="1">
            <a:spLocks noGrp="1"/>
          </p:cNvSpPr>
          <p:nvPr>
            <p:ph type="body" idx="3"/>
          </p:nvPr>
        </p:nvSpPr>
        <p:spPr>
          <a:xfrm>
            <a:off x="5116484"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6" name="Google Shape;146;p17"/>
          <p:cNvSpPr txBox="1">
            <a:spLocks noGrp="1"/>
          </p:cNvSpPr>
          <p:nvPr>
            <p:ph type="body" idx="4"/>
          </p:nvPr>
        </p:nvSpPr>
        <p:spPr>
          <a:xfrm>
            <a:off x="7332057" y="3017520"/>
            <a:ext cx="1993392" cy="557784"/>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7" name="Google Shape;147;p17"/>
          <p:cNvSpPr txBox="1">
            <a:spLocks noGrp="1"/>
          </p:cNvSpPr>
          <p:nvPr>
            <p:ph type="body" idx="5"/>
          </p:nvPr>
        </p:nvSpPr>
        <p:spPr>
          <a:xfrm>
            <a:off x="9547629" y="3017520"/>
            <a:ext cx="1993392" cy="557784"/>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8" name="Google Shape;148;p17"/>
          <p:cNvSpPr txBox="1">
            <a:spLocks noGrp="1"/>
          </p:cNvSpPr>
          <p:nvPr>
            <p:ph type="body" idx="6"/>
          </p:nvPr>
        </p:nvSpPr>
        <p:spPr>
          <a:xfrm>
            <a:off x="685338" y="4745736"/>
            <a:ext cx="1993392" cy="79552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17"/>
          <p:cNvSpPr txBox="1">
            <a:spLocks noGrp="1"/>
          </p:cNvSpPr>
          <p:nvPr>
            <p:ph type="body" idx="7"/>
          </p:nvPr>
        </p:nvSpPr>
        <p:spPr>
          <a:xfrm>
            <a:off x="2900911" y="4745736"/>
            <a:ext cx="1993392" cy="79552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17"/>
          <p:cNvSpPr txBox="1">
            <a:spLocks noGrp="1"/>
          </p:cNvSpPr>
          <p:nvPr>
            <p:ph type="body" idx="8"/>
          </p:nvPr>
        </p:nvSpPr>
        <p:spPr>
          <a:xfrm>
            <a:off x="5116484" y="4745736"/>
            <a:ext cx="1993392" cy="79552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17"/>
          <p:cNvSpPr txBox="1">
            <a:spLocks noGrp="1"/>
          </p:cNvSpPr>
          <p:nvPr>
            <p:ph type="body" idx="9"/>
          </p:nvPr>
        </p:nvSpPr>
        <p:spPr>
          <a:xfrm>
            <a:off x="7332057" y="4745736"/>
            <a:ext cx="1993392" cy="79552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7"/>
          <p:cNvSpPr txBox="1">
            <a:spLocks noGrp="1"/>
          </p:cNvSpPr>
          <p:nvPr>
            <p:ph type="body" idx="13"/>
          </p:nvPr>
        </p:nvSpPr>
        <p:spPr>
          <a:xfrm>
            <a:off x="9547629" y="4745736"/>
            <a:ext cx="1993392" cy="79552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Clr>
                <a:schemeClr val="accent6"/>
              </a:buClr>
              <a:buSzPts val="1500"/>
              <a:buNone/>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53" name="Google Shape;153;p17"/>
          <p:cNvCxnSpPr/>
          <p:nvPr/>
        </p:nvCxnSpPr>
        <p:spPr>
          <a:xfrm>
            <a:off x="739398" y="4187681"/>
            <a:ext cx="10812360" cy="0"/>
          </a:xfrm>
          <a:prstGeom prst="straightConnector1">
            <a:avLst/>
          </a:prstGeom>
          <a:noFill/>
          <a:ln w="12700" cap="flat" cmpd="sng">
            <a:solidFill>
              <a:srgbClr val="F1D0D0"/>
            </a:solidFill>
            <a:prstDash val="solid"/>
            <a:miter lim="800000"/>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3986784" y="1243584"/>
            <a:ext cx="8165592" cy="76809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18" descr="preencoded.png"/>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57" name="Google Shape;157;p18" descr="preencoded.png"/>
          <p:cNvPicPr preferRelativeResize="0"/>
          <p:nvPr/>
        </p:nvPicPr>
        <p:blipFill rotWithShape="1">
          <a:blip>
            <a:alphaModFix/>
          </a:blip>
          <a:srcRect/>
          <a:stretch/>
        </p:blipFill>
        <p:spPr>
          <a:xfrm>
            <a:off x="1703311" y="-2784"/>
            <a:ext cx="1734410" cy="5167313"/>
          </a:xfrm>
          <a:prstGeom prst="rect">
            <a:avLst/>
          </a:prstGeom>
          <a:noFill/>
          <a:ln>
            <a:noFill/>
          </a:ln>
        </p:spPr>
      </p:pic>
      <p:sp>
        <p:nvSpPr>
          <p:cNvPr id="158" name="Google Shape;158;p18"/>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82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59" name="Google Shape;159;p18" descr="preencoded.png"/>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60" name="Google Shape;160;p18" descr="preencoded.png"/>
          <p:cNvPicPr preferRelativeResize="0"/>
          <p:nvPr/>
        </p:nvPicPr>
        <p:blipFill rotWithShape="1">
          <a:blip>
            <a:alphaModFix/>
          </a:blip>
          <a:srcRect/>
          <a:stretch/>
        </p:blipFill>
        <p:spPr>
          <a:xfrm>
            <a:off x="1718457" y="3440504"/>
            <a:ext cx="1719263" cy="1724025"/>
          </a:xfrm>
          <a:prstGeom prst="rect">
            <a:avLst/>
          </a:prstGeom>
          <a:noFill/>
          <a:ln>
            <a:noFill/>
          </a:ln>
        </p:spPr>
      </p:pic>
      <p:sp>
        <p:nvSpPr>
          <p:cNvPr id="161" name="Google Shape;161;p18"/>
          <p:cNvSpPr txBox="1">
            <a:spLocks noGrp="1"/>
          </p:cNvSpPr>
          <p:nvPr>
            <p:ph type="body" idx="1"/>
          </p:nvPr>
        </p:nvSpPr>
        <p:spPr>
          <a:xfrm>
            <a:off x="3977640" y="2330704"/>
            <a:ext cx="3822192" cy="41148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6"/>
              </a:buClr>
              <a:buSzPts val="1800"/>
              <a:buNone/>
              <a:defRPr sz="1800" b="1" cap="none">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2" name="Google Shape;162;p18"/>
          <p:cNvSpPr txBox="1">
            <a:spLocks noGrp="1"/>
          </p:cNvSpPr>
          <p:nvPr>
            <p:ph type="body" idx="2"/>
          </p:nvPr>
        </p:nvSpPr>
        <p:spPr>
          <a:xfrm>
            <a:off x="3685032" y="2877312"/>
            <a:ext cx="3741928" cy="3684588"/>
          </a:xfrm>
          <a:prstGeom prst="rect">
            <a:avLst/>
          </a:prstGeom>
          <a:noFill/>
          <a:ln>
            <a:noFill/>
          </a:ln>
        </p:spPr>
        <p:txBody>
          <a:bodyPr spcFirstLastPara="1" wrap="square" lIns="45700" tIns="45700" rIns="45700" bIns="45700" anchor="t" anchorCtr="0">
            <a:no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18"/>
          <p:cNvSpPr txBox="1">
            <a:spLocks noGrp="1"/>
          </p:cNvSpPr>
          <p:nvPr>
            <p:ph type="body" idx="3"/>
          </p:nvPr>
        </p:nvSpPr>
        <p:spPr>
          <a:xfrm>
            <a:off x="8046720" y="2330704"/>
            <a:ext cx="3822192" cy="41148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6"/>
              </a:buClr>
              <a:buSzPts val="1800"/>
              <a:buNone/>
              <a:defRPr sz="1800" b="1" cap="none">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64" name="Google Shape;164;p18"/>
          <p:cNvSpPr txBox="1">
            <a:spLocks noGrp="1"/>
          </p:cNvSpPr>
          <p:nvPr>
            <p:ph type="body" idx="4"/>
          </p:nvPr>
        </p:nvSpPr>
        <p:spPr>
          <a:xfrm>
            <a:off x="7754112" y="2877312"/>
            <a:ext cx="3741928" cy="3684588"/>
          </a:xfrm>
          <a:prstGeom prst="rect">
            <a:avLst/>
          </a:prstGeom>
          <a:noFill/>
          <a:ln>
            <a:noFill/>
          </a:ln>
        </p:spPr>
        <p:txBody>
          <a:bodyPr spcFirstLastPara="1" wrap="square" lIns="45700" tIns="45700" rIns="45700" bIns="45700" anchor="t" anchorCtr="0">
            <a:no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5" name="Google Shape;165;p18"/>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66"/>
        <p:cNvGrpSpPr/>
        <p:nvPr/>
      </p:nvGrpSpPr>
      <p:grpSpPr>
        <a:xfrm>
          <a:off x="0" y="0"/>
          <a:ext cx="0" cy="0"/>
          <a:chOff x="0" y="0"/>
          <a:chExt cx="0" cy="0"/>
        </a:xfrm>
      </p:grpSpPr>
      <p:sp>
        <p:nvSpPr>
          <p:cNvPr id="167" name="Google Shape;167;p19"/>
          <p:cNvSpPr txBox="1">
            <a:spLocks noGrp="1"/>
          </p:cNvSpPr>
          <p:nvPr>
            <p:ph type="title"/>
          </p:nvPr>
        </p:nvSpPr>
        <p:spPr>
          <a:xfrm>
            <a:off x="758952" y="1234440"/>
            <a:ext cx="10671048" cy="768096"/>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19"/>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9"/>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70" name="Google Shape;170;p19"/>
          <p:cNvSpPr txBox="1">
            <a:spLocks noGrp="1"/>
          </p:cNvSpPr>
          <p:nvPr>
            <p:ph type="body" idx="1"/>
          </p:nvPr>
        </p:nvSpPr>
        <p:spPr>
          <a:xfrm>
            <a:off x="713232" y="2743200"/>
            <a:ext cx="3328416" cy="3557016"/>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1" name="Google Shape;171;p19"/>
          <p:cNvSpPr>
            <a:spLocks noGrp="1"/>
          </p:cNvSpPr>
          <p:nvPr>
            <p:ph type="pic" idx="2"/>
          </p:nvPr>
        </p:nvSpPr>
        <p:spPr>
          <a:xfrm>
            <a:off x="1911096" y="2258568"/>
            <a:ext cx="932688" cy="932688"/>
          </a:xfrm>
          <a:prstGeom prst="ellipse">
            <a:avLst/>
          </a:prstGeom>
          <a:solidFill>
            <a:schemeClr val="accent3"/>
          </a:solidFill>
          <a:ln>
            <a:noFill/>
          </a:ln>
        </p:spPr>
      </p:sp>
      <p:sp>
        <p:nvSpPr>
          <p:cNvPr id="172" name="Google Shape;172;p19"/>
          <p:cNvSpPr txBox="1">
            <a:spLocks noGrp="1"/>
          </p:cNvSpPr>
          <p:nvPr>
            <p:ph type="body" idx="3"/>
          </p:nvPr>
        </p:nvSpPr>
        <p:spPr>
          <a:xfrm>
            <a:off x="992124" y="3950208"/>
            <a:ext cx="2770632" cy="2206752"/>
          </a:xfrm>
          <a:prstGeom prst="rect">
            <a:avLst/>
          </a:prstGeom>
          <a:noFill/>
          <a:ln>
            <a:noFill/>
          </a:ln>
        </p:spPr>
        <p:txBody>
          <a:bodyPr spcFirstLastPara="1" wrap="square" lIns="91425" tIns="45700" rIns="91425" bIns="45700" anchor="t" anchorCtr="0">
            <a:no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19"/>
          <p:cNvSpPr txBox="1">
            <a:spLocks noGrp="1"/>
          </p:cNvSpPr>
          <p:nvPr>
            <p:ph type="body" idx="4"/>
          </p:nvPr>
        </p:nvSpPr>
        <p:spPr>
          <a:xfrm>
            <a:off x="4443984" y="2743200"/>
            <a:ext cx="3328416" cy="3557016"/>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4" name="Google Shape;174;p19"/>
          <p:cNvSpPr>
            <a:spLocks noGrp="1"/>
          </p:cNvSpPr>
          <p:nvPr>
            <p:ph type="pic" idx="5"/>
          </p:nvPr>
        </p:nvSpPr>
        <p:spPr>
          <a:xfrm>
            <a:off x="5641848" y="2258568"/>
            <a:ext cx="932688" cy="932688"/>
          </a:xfrm>
          <a:prstGeom prst="ellipse">
            <a:avLst/>
          </a:prstGeom>
          <a:solidFill>
            <a:schemeClr val="accent1"/>
          </a:solidFill>
          <a:ln>
            <a:noFill/>
          </a:ln>
        </p:spPr>
      </p:sp>
      <p:sp>
        <p:nvSpPr>
          <p:cNvPr id="175" name="Google Shape;175;p19"/>
          <p:cNvSpPr txBox="1">
            <a:spLocks noGrp="1"/>
          </p:cNvSpPr>
          <p:nvPr>
            <p:ph type="body" idx="6"/>
          </p:nvPr>
        </p:nvSpPr>
        <p:spPr>
          <a:xfrm>
            <a:off x="4722876" y="3950208"/>
            <a:ext cx="2770632" cy="2206752"/>
          </a:xfrm>
          <a:prstGeom prst="rect">
            <a:avLst/>
          </a:prstGeom>
          <a:noFill/>
          <a:ln>
            <a:noFill/>
          </a:ln>
        </p:spPr>
        <p:txBody>
          <a:bodyPr spcFirstLastPara="1" wrap="square" lIns="91425" tIns="45700" rIns="91425" bIns="45700" anchor="t" anchorCtr="0">
            <a:no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19"/>
          <p:cNvSpPr txBox="1">
            <a:spLocks noGrp="1"/>
          </p:cNvSpPr>
          <p:nvPr>
            <p:ph type="body" idx="7"/>
          </p:nvPr>
        </p:nvSpPr>
        <p:spPr>
          <a:xfrm>
            <a:off x="8092440" y="2743200"/>
            <a:ext cx="3328416" cy="3557016"/>
          </a:xfrm>
          <a:prstGeom prst="rect">
            <a:avLst/>
          </a:prstGeom>
          <a:noFill/>
          <a:ln w="12700" cap="flat" cmpd="sng">
            <a:solidFill>
              <a:schemeClr val="accent4"/>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a:lnSpc>
                <a:spcPct val="100000"/>
              </a:lnSpc>
              <a:spcBef>
                <a:spcPts val="0"/>
              </a:spcBef>
              <a:spcAft>
                <a:spcPts val="0"/>
              </a:spcAft>
              <a:buClr>
                <a:schemeClr val="accent6"/>
              </a:buClr>
              <a:buSzPts val="1800"/>
              <a:buNone/>
              <a:defRPr sz="1800" b="1" cap="none">
                <a:solidFill>
                  <a:schemeClr val="accent6"/>
                </a:solidFill>
                <a:latin typeface="Arial"/>
                <a:ea typeface="Arial"/>
                <a:cs typeface="Arial"/>
                <a:sym typeface="Arial"/>
              </a:defRPr>
            </a:lvl1pPr>
            <a:lvl2pPr marL="914400" lvl="1" indent="-228600" algn="l">
              <a:lnSpc>
                <a:spcPct val="100000"/>
              </a:lnSpc>
              <a:spcBef>
                <a:spcPts val="360"/>
              </a:spcBef>
              <a:spcAft>
                <a:spcPts val="0"/>
              </a:spcAft>
              <a:buClr>
                <a:schemeClr val="accent6"/>
              </a:buClr>
              <a:buSzPts val="2000"/>
              <a:buNone/>
              <a:defRPr sz="2000" b="1"/>
            </a:lvl2pPr>
            <a:lvl3pPr marL="1371600" lvl="2" indent="-228600" algn="l">
              <a:lnSpc>
                <a:spcPct val="100000"/>
              </a:lnSpc>
              <a:spcBef>
                <a:spcPts val="360"/>
              </a:spcBef>
              <a:spcAft>
                <a:spcPts val="0"/>
              </a:spcAft>
              <a:buClr>
                <a:schemeClr val="accent6"/>
              </a:buClr>
              <a:buSzPts val="1800"/>
              <a:buNone/>
              <a:defRPr sz="1800" b="1"/>
            </a:lvl3pPr>
            <a:lvl4pPr marL="1828800" lvl="3" indent="-228600" algn="l">
              <a:lnSpc>
                <a:spcPct val="100000"/>
              </a:lnSpc>
              <a:spcBef>
                <a:spcPts val="360"/>
              </a:spcBef>
              <a:spcAft>
                <a:spcPts val="0"/>
              </a:spcAft>
              <a:buClr>
                <a:schemeClr val="accent6"/>
              </a:buClr>
              <a:buSzPts val="1600"/>
              <a:buNone/>
              <a:defRPr sz="1600" b="1"/>
            </a:lvl4pPr>
            <a:lvl5pPr marL="2286000" lvl="4" indent="-228600" algn="l">
              <a:lnSpc>
                <a:spcPct val="100000"/>
              </a:lnSpc>
              <a:spcBef>
                <a:spcPts val="360"/>
              </a:spcBef>
              <a:spcAft>
                <a:spcPts val="0"/>
              </a:spcAft>
              <a:buClr>
                <a:schemeClr val="accent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7" name="Google Shape;177;p19"/>
          <p:cNvSpPr>
            <a:spLocks noGrp="1"/>
          </p:cNvSpPr>
          <p:nvPr>
            <p:ph type="pic" idx="8"/>
          </p:nvPr>
        </p:nvSpPr>
        <p:spPr>
          <a:xfrm>
            <a:off x="9290304" y="2258568"/>
            <a:ext cx="932688" cy="932688"/>
          </a:xfrm>
          <a:prstGeom prst="ellipse">
            <a:avLst/>
          </a:prstGeom>
          <a:solidFill>
            <a:schemeClr val="accent4"/>
          </a:solidFill>
          <a:ln>
            <a:noFill/>
          </a:ln>
        </p:spPr>
      </p:sp>
      <p:sp>
        <p:nvSpPr>
          <p:cNvPr id="178" name="Google Shape;178;p19"/>
          <p:cNvSpPr txBox="1">
            <a:spLocks noGrp="1"/>
          </p:cNvSpPr>
          <p:nvPr>
            <p:ph type="body" idx="9"/>
          </p:nvPr>
        </p:nvSpPr>
        <p:spPr>
          <a:xfrm>
            <a:off x="8371332" y="3950208"/>
            <a:ext cx="2770632" cy="2206752"/>
          </a:xfrm>
          <a:prstGeom prst="rect">
            <a:avLst/>
          </a:prstGeom>
          <a:noFill/>
          <a:ln>
            <a:noFill/>
          </a:ln>
        </p:spPr>
        <p:txBody>
          <a:bodyPr spcFirstLastPara="1" wrap="square" lIns="91425" tIns="45700" rIns="91425" bIns="45700" anchor="t" anchorCtr="0">
            <a:noAutofit/>
          </a:bodyPr>
          <a:lstStyle>
            <a:lvl1pPr marL="457200" lvl="0" indent="-323850" algn="l">
              <a:lnSpc>
                <a:spcPct val="100000"/>
              </a:lnSpc>
              <a:spcBef>
                <a:spcPts val="360"/>
              </a:spcBef>
              <a:spcAft>
                <a:spcPts val="0"/>
              </a:spcAft>
              <a:buClr>
                <a:schemeClr val="accent6"/>
              </a:buClr>
              <a:buSzPts val="1500"/>
              <a:buFont typeface="Arial"/>
              <a:buChar char="•"/>
              <a:defRPr sz="1500"/>
            </a:lvl1pPr>
            <a:lvl2pPr marL="914400" lvl="1" indent="-342900" algn="l">
              <a:lnSpc>
                <a:spcPct val="100000"/>
              </a:lnSpc>
              <a:spcBef>
                <a:spcPts val="360"/>
              </a:spcBef>
              <a:spcAft>
                <a:spcPts val="0"/>
              </a:spcAft>
              <a:buClr>
                <a:schemeClr val="accent6"/>
              </a:buClr>
              <a:buSzPts val="1800"/>
              <a:buChar char="•"/>
              <a:defRPr/>
            </a:lvl2pPr>
            <a:lvl3pPr marL="1371600" lvl="2" indent="-342900" algn="l">
              <a:lnSpc>
                <a:spcPct val="100000"/>
              </a:lnSpc>
              <a:spcBef>
                <a:spcPts val="360"/>
              </a:spcBef>
              <a:spcAft>
                <a:spcPts val="0"/>
              </a:spcAft>
              <a:buClr>
                <a:schemeClr val="accent6"/>
              </a:buClr>
              <a:buSzPts val="1800"/>
              <a:buChar char="•"/>
              <a:defRPr/>
            </a:lvl3pPr>
            <a:lvl4pPr marL="1828800" lvl="3" indent="-342900" algn="l">
              <a:lnSpc>
                <a:spcPct val="100000"/>
              </a:lnSpc>
              <a:spcBef>
                <a:spcPts val="360"/>
              </a:spcBef>
              <a:spcAft>
                <a:spcPts val="0"/>
              </a:spcAft>
              <a:buClr>
                <a:schemeClr val="accent6"/>
              </a:buClr>
              <a:buSzPts val="1800"/>
              <a:buChar char="•"/>
              <a:defRPr/>
            </a:lvl4pPr>
            <a:lvl5pPr marL="2286000" lvl="4" indent="-342900" algn="l">
              <a:lnSpc>
                <a:spcPct val="100000"/>
              </a:lnSpc>
              <a:spcBef>
                <a:spcPts val="360"/>
              </a:spcBef>
              <a:spcAft>
                <a:spcPts val="0"/>
              </a:spcAft>
              <a:buClr>
                <a:schemeClr val="accent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79"/>
        <p:cNvGrpSpPr/>
        <p:nvPr/>
      </p:nvGrpSpPr>
      <p:grpSpPr>
        <a:xfrm>
          <a:off x="0" y="0"/>
          <a:ext cx="0" cy="0"/>
          <a:chOff x="0" y="0"/>
          <a:chExt cx="0" cy="0"/>
        </a:xfrm>
      </p:grpSpPr>
      <p:sp>
        <p:nvSpPr>
          <p:cNvPr id="180" name="Google Shape;180;p20" descr="preencoded.png"/>
          <p:cNvSpPr/>
          <p:nvPr/>
        </p:nvSpPr>
        <p:spPr>
          <a:xfrm>
            <a:off x="8758238" y="-14287"/>
            <a:ext cx="3433763" cy="3452812"/>
          </a:xfrm>
          <a:custGeom>
            <a:avLst/>
            <a:gdLst/>
            <a:ahLst/>
            <a:cxnLst/>
            <a:rect l="l" t="t" r="r" b="b"/>
            <a:pathLst>
              <a:path w="3433763" h="3452812" extrusionOk="0">
                <a:moveTo>
                  <a:pt x="3433763" y="0"/>
                </a:moveTo>
                <a:lnTo>
                  <a:pt x="3433763" y="3452813"/>
                </a:lnTo>
                <a:lnTo>
                  <a:pt x="0" y="3452813"/>
                </a:lnTo>
                <a:cubicBezTo>
                  <a:pt x="0" y="1545912"/>
                  <a:pt x="1537383" y="0"/>
                  <a:pt x="3433763"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81" name="Google Shape;181;p20" descr="preencoded.png"/>
          <p:cNvSpPr/>
          <p:nvPr/>
        </p:nvSpPr>
        <p:spPr>
          <a:xfrm>
            <a:off x="8758238" y="3438525"/>
            <a:ext cx="3433763" cy="3433762"/>
          </a:xfrm>
          <a:custGeom>
            <a:avLst/>
            <a:gdLst/>
            <a:ahLst/>
            <a:cxnLst/>
            <a:rect l="l" t="t" r="r" b="b"/>
            <a:pathLst>
              <a:path w="3433763" h="3433762" extrusionOk="0">
                <a:moveTo>
                  <a:pt x="0" y="0"/>
                </a:moveTo>
                <a:lnTo>
                  <a:pt x="3433763" y="0"/>
                </a:lnTo>
                <a:lnTo>
                  <a:pt x="3433763" y="3433763"/>
                </a:lnTo>
                <a:cubicBezTo>
                  <a:pt x="1537383" y="3433763"/>
                  <a:pt x="0" y="189638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82" name="Google Shape;182;p20" descr="preencoded.png"/>
          <p:cNvSpPr/>
          <p:nvPr/>
        </p:nvSpPr>
        <p:spPr>
          <a:xfrm rot="10800000" flipH="1">
            <a:off x="9991725" y="1247775"/>
            <a:ext cx="2200275" cy="2181225"/>
          </a:xfrm>
          <a:custGeom>
            <a:avLst/>
            <a:gdLst/>
            <a:ahLst/>
            <a:cxnLst/>
            <a:rect l="l" t="t" r="r" b="b"/>
            <a:pathLst>
              <a:path w="2200275" h="2181225" extrusionOk="0">
                <a:moveTo>
                  <a:pt x="0" y="0"/>
                </a:moveTo>
                <a:cubicBezTo>
                  <a:pt x="0" y="1204689"/>
                  <a:pt x="985061" y="2181225"/>
                  <a:pt x="2200275" y="2181225"/>
                </a:cubicBezTo>
                <a:lnTo>
                  <a:pt x="2200275" y="0"/>
                </a:ln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83" name="Google Shape;183;p20" descr="preencoded.png"/>
          <p:cNvSpPr/>
          <p:nvPr/>
        </p:nvSpPr>
        <p:spPr>
          <a:xfrm rot="10800000" flipH="1">
            <a:off x="-20086" y="4580051"/>
            <a:ext cx="2277948" cy="2277948"/>
          </a:xfrm>
          <a:custGeom>
            <a:avLst/>
            <a:gdLst/>
            <a:ahLst/>
            <a:cxnLst/>
            <a:rect l="l" t="t" r="r" b="b"/>
            <a:pathLst>
              <a:path w="2277948" h="2277948" extrusionOk="0">
                <a:moveTo>
                  <a:pt x="0" y="2277948"/>
                </a:moveTo>
                <a:cubicBezTo>
                  <a:pt x="1258034" y="2277948"/>
                  <a:pt x="2277948" y="1258034"/>
                  <a:pt x="2277948" y="0"/>
                </a:cubicBezTo>
                <a:lnTo>
                  <a:pt x="0" y="0"/>
                </a:lnTo>
                <a:lnTo>
                  <a:pt x="0" y="22779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84" name="Google Shape;184;p20" descr="preencoded.png"/>
          <p:cNvPicPr preferRelativeResize="0"/>
          <p:nvPr/>
        </p:nvPicPr>
        <p:blipFill rotWithShape="1">
          <a:blip>
            <a:alphaModFix/>
          </a:blip>
          <a:srcRect/>
          <a:stretch/>
        </p:blipFill>
        <p:spPr>
          <a:xfrm>
            <a:off x="9991886" y="3441269"/>
            <a:ext cx="2200114" cy="2200114"/>
          </a:xfrm>
          <a:prstGeom prst="rect">
            <a:avLst/>
          </a:prstGeom>
          <a:noFill/>
          <a:ln>
            <a:noFill/>
          </a:ln>
        </p:spPr>
      </p:pic>
      <p:sp>
        <p:nvSpPr>
          <p:cNvPr id="185" name="Google Shape;185;p20" descr="preencoded.png"/>
          <p:cNvSpPr/>
          <p:nvPr/>
        </p:nvSpPr>
        <p:spPr>
          <a:xfrm>
            <a:off x="1707959" y="5667616"/>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86" name="Google Shape;186;p20"/>
          <p:cNvSpPr txBox="1">
            <a:spLocks noGrp="1"/>
          </p:cNvSpPr>
          <p:nvPr>
            <p:ph type="title"/>
          </p:nvPr>
        </p:nvSpPr>
        <p:spPr>
          <a:xfrm>
            <a:off x="1508760" y="1883664"/>
            <a:ext cx="6766560" cy="76809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accent6"/>
              </a:buClr>
              <a:buSzPts val="4400"/>
              <a:buFont typeface="Arial Blac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20"/>
          <p:cNvSpPr txBox="1">
            <a:spLocks noGrp="1"/>
          </p:cNvSpPr>
          <p:nvPr>
            <p:ph type="body" idx="1"/>
          </p:nvPr>
        </p:nvSpPr>
        <p:spPr>
          <a:xfrm>
            <a:off x="1508760" y="2837688"/>
            <a:ext cx="5879592" cy="27005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accent6"/>
              </a:buClr>
              <a:buSzPts val="1500"/>
              <a:buNone/>
              <a:defRPr sz="1500"/>
            </a:lvl1pPr>
            <a:lvl2pPr marL="914400" lvl="1" indent="-323850" algn="l">
              <a:lnSpc>
                <a:spcPct val="100000"/>
              </a:lnSpc>
              <a:spcBef>
                <a:spcPts val="360"/>
              </a:spcBef>
              <a:spcAft>
                <a:spcPts val="0"/>
              </a:spcAft>
              <a:buClr>
                <a:schemeClr val="accent6"/>
              </a:buClr>
              <a:buSzPts val="1500"/>
              <a:buChar char="•"/>
              <a:defRPr sz="1500"/>
            </a:lvl2pPr>
            <a:lvl3pPr marL="1371600" lvl="2" indent="-323850" algn="l">
              <a:lnSpc>
                <a:spcPct val="100000"/>
              </a:lnSpc>
              <a:spcBef>
                <a:spcPts val="360"/>
              </a:spcBef>
              <a:spcAft>
                <a:spcPts val="0"/>
              </a:spcAft>
              <a:buClr>
                <a:schemeClr val="accent6"/>
              </a:buClr>
              <a:buSzPts val="1500"/>
              <a:buChar char="•"/>
              <a:defRPr sz="1500"/>
            </a:lvl3pPr>
            <a:lvl4pPr marL="1828800" lvl="3" indent="-323850" algn="l">
              <a:lnSpc>
                <a:spcPct val="100000"/>
              </a:lnSpc>
              <a:spcBef>
                <a:spcPts val="360"/>
              </a:spcBef>
              <a:spcAft>
                <a:spcPts val="0"/>
              </a:spcAft>
              <a:buClr>
                <a:schemeClr val="accent6"/>
              </a:buClr>
              <a:buSzPts val="1500"/>
              <a:buChar char="•"/>
              <a:defRPr sz="1500"/>
            </a:lvl4pPr>
            <a:lvl5pPr marL="2286000" lvl="4" indent="-323850" algn="l">
              <a:lnSpc>
                <a:spcPct val="100000"/>
              </a:lnSpc>
              <a:spcBef>
                <a:spcPts val="360"/>
              </a:spcBef>
              <a:spcAft>
                <a:spcPts val="0"/>
              </a:spcAft>
              <a:buClr>
                <a:schemeClr val="accent6"/>
              </a:buClr>
              <a:buSzPts val="1500"/>
              <a:buChar char="•"/>
              <a:defRPr sz="15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20"/>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89" name="Google Shape;189;p20"/>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accent6"/>
        </a:solidFill>
        <a:effectLst/>
      </p:bgPr>
    </p:bg>
    <p:spTree>
      <p:nvGrpSpPr>
        <p:cNvPr id="1" name="Shape 190"/>
        <p:cNvGrpSpPr/>
        <p:nvPr/>
      </p:nvGrpSpPr>
      <p:grpSpPr>
        <a:xfrm>
          <a:off x="0" y="0"/>
          <a:ext cx="0" cy="0"/>
          <a:chOff x="0" y="0"/>
          <a:chExt cx="0" cy="0"/>
        </a:xfrm>
      </p:grpSpPr>
      <p:sp>
        <p:nvSpPr>
          <p:cNvPr id="191" name="Google Shape;191;p21"/>
          <p:cNvSpPr/>
          <p:nvPr/>
        </p:nvSpPr>
        <p:spPr>
          <a:xfrm>
            <a:off x="0" y="0"/>
            <a:ext cx="8948738" cy="6858000"/>
          </a:xfrm>
          <a:custGeom>
            <a:avLst/>
            <a:gdLst/>
            <a:ahLst/>
            <a:cxnLst/>
            <a:rect l="l" t="t" r="r" b="b"/>
            <a:pathLst>
              <a:path w="8948738" h="6858000" extrusionOk="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92" name="Google Shape;192;p21" descr="preencoded.png"/>
          <p:cNvSpPr/>
          <p:nvPr/>
        </p:nvSpPr>
        <p:spPr>
          <a:xfrm>
            <a:off x="7538626" y="13142"/>
            <a:ext cx="4653374" cy="6831717"/>
          </a:xfrm>
          <a:custGeom>
            <a:avLst/>
            <a:gdLst/>
            <a:ahLst/>
            <a:cxnLst/>
            <a:rect l="l" t="t" r="r" b="b"/>
            <a:pathLst>
              <a:path w="4653374" h="6831717" extrusionOk="0">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93" name="Google Shape;193;p21" descr="preencoded.png"/>
          <p:cNvPicPr preferRelativeResize="0"/>
          <p:nvPr/>
        </p:nvPicPr>
        <p:blipFill rotWithShape="1">
          <a:blip>
            <a:alphaModFix/>
          </a:blip>
          <a:srcRect/>
          <a:stretch/>
        </p:blipFill>
        <p:spPr>
          <a:xfrm>
            <a:off x="8737234" y="-25041"/>
            <a:ext cx="3432191" cy="3432191"/>
          </a:xfrm>
          <a:prstGeom prst="rect">
            <a:avLst/>
          </a:prstGeom>
          <a:noFill/>
          <a:ln>
            <a:noFill/>
          </a:ln>
        </p:spPr>
      </p:pic>
      <p:sp>
        <p:nvSpPr>
          <p:cNvPr id="194" name="Google Shape;194;p21"/>
          <p:cNvSpPr txBox="1">
            <a:spLocks noGrp="1"/>
          </p:cNvSpPr>
          <p:nvPr>
            <p:ph type="ctrTitle"/>
          </p:nvPr>
        </p:nvSpPr>
        <p:spPr>
          <a:xfrm>
            <a:off x="1527048" y="1975104"/>
            <a:ext cx="4169664" cy="667512"/>
          </a:xfrm>
          <a:prstGeom prst="rect">
            <a:avLst/>
          </a:prstGeom>
          <a:noFill/>
          <a:ln>
            <a:noFill/>
          </a:ln>
        </p:spPr>
        <p:txBody>
          <a:bodyPr spcFirstLastPara="1" wrap="square" lIns="91425" tIns="0" rIns="91425" bIns="45700" anchor="ctr" anchorCtr="0">
            <a:noAutofit/>
          </a:bodyPr>
          <a:lstStyle>
            <a:lvl1pPr lvl="0" algn="l">
              <a:lnSpc>
                <a:spcPct val="110795"/>
              </a:lnSpc>
              <a:spcBef>
                <a:spcPts val="0"/>
              </a:spcBef>
              <a:spcAft>
                <a:spcPts val="0"/>
              </a:spcAft>
              <a:buClr>
                <a:schemeClr val="accent6"/>
              </a:buClr>
              <a:buSzPts val="4400"/>
              <a:buFont typeface="Arial Black"/>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21"/>
          <p:cNvSpPr txBox="1">
            <a:spLocks noGrp="1"/>
          </p:cNvSpPr>
          <p:nvPr>
            <p:ph type="subTitle" idx="1"/>
          </p:nvPr>
        </p:nvSpPr>
        <p:spPr>
          <a:xfrm>
            <a:off x="1545336" y="2846832"/>
            <a:ext cx="4169664" cy="2176272"/>
          </a:xfrm>
          <a:prstGeom prst="rect">
            <a:avLst/>
          </a:prstGeom>
          <a:noFill/>
          <a:ln>
            <a:noFill/>
          </a:ln>
        </p:spPr>
        <p:txBody>
          <a:bodyPr spcFirstLastPara="1" wrap="square" lIns="91425" tIns="0" rIns="91425" bIns="0" anchor="t" anchorCtr="0">
            <a:noAutofit/>
          </a:bodyPr>
          <a:lstStyle>
            <a:lvl1pPr lvl="0" algn="l">
              <a:lnSpc>
                <a:spcPct val="100000"/>
              </a:lnSpc>
              <a:spcBef>
                <a:spcPts val="576"/>
              </a:spcBef>
              <a:spcAft>
                <a:spcPts val="0"/>
              </a:spcAft>
              <a:buClr>
                <a:schemeClr val="accent6"/>
              </a:buClr>
              <a:buSzPts val="2400"/>
              <a:buNone/>
              <a:defRPr sz="2400"/>
            </a:lvl1pPr>
            <a:lvl2pPr lvl="1" algn="ctr">
              <a:lnSpc>
                <a:spcPct val="100000"/>
              </a:lnSpc>
              <a:spcBef>
                <a:spcPts val="360"/>
              </a:spcBef>
              <a:spcAft>
                <a:spcPts val="0"/>
              </a:spcAft>
              <a:buClr>
                <a:schemeClr val="accent6"/>
              </a:buClr>
              <a:buSzPts val="2000"/>
              <a:buNone/>
              <a:defRPr sz="2000"/>
            </a:lvl2pPr>
            <a:lvl3pPr lvl="2" algn="ctr">
              <a:lnSpc>
                <a:spcPct val="100000"/>
              </a:lnSpc>
              <a:spcBef>
                <a:spcPts val="360"/>
              </a:spcBef>
              <a:spcAft>
                <a:spcPts val="0"/>
              </a:spcAft>
              <a:buClr>
                <a:schemeClr val="accent6"/>
              </a:buClr>
              <a:buSzPts val="1800"/>
              <a:buNone/>
              <a:defRPr sz="1800"/>
            </a:lvl3pPr>
            <a:lvl4pPr lvl="3" algn="ctr">
              <a:lnSpc>
                <a:spcPct val="100000"/>
              </a:lnSpc>
              <a:spcBef>
                <a:spcPts val="360"/>
              </a:spcBef>
              <a:spcAft>
                <a:spcPts val="0"/>
              </a:spcAft>
              <a:buClr>
                <a:schemeClr val="accent6"/>
              </a:buClr>
              <a:buSzPts val="1600"/>
              <a:buNone/>
              <a:defRPr sz="1600"/>
            </a:lvl4pPr>
            <a:lvl5pPr lvl="4" algn="ctr">
              <a:lnSpc>
                <a:spcPct val="100000"/>
              </a:lnSpc>
              <a:spcBef>
                <a:spcPts val="360"/>
              </a:spcBef>
              <a:spcAft>
                <a:spcPts val="0"/>
              </a:spcAft>
              <a:buClr>
                <a:schemeClr val="accent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6"/>
        <p:cNvGrpSpPr/>
        <p:nvPr/>
      </p:nvGrpSpPr>
      <p:grpSpPr>
        <a:xfrm>
          <a:off x="0" y="0"/>
          <a:ext cx="0" cy="0"/>
          <a:chOff x="0" y="0"/>
          <a:chExt cx="0" cy="0"/>
        </a:xfrm>
      </p:grpSpPr>
      <p:sp>
        <p:nvSpPr>
          <p:cNvPr id="197" name="Google Shape;197;p22" descr="preencoded.png"/>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98" name="Google Shape;198;p22" descr="preencoded.png"/>
          <p:cNvPicPr preferRelativeResize="0"/>
          <p:nvPr/>
        </p:nvPicPr>
        <p:blipFill rotWithShape="1">
          <a:blip>
            <a:alphaModFix/>
          </a:blip>
          <a:srcRect/>
          <a:stretch/>
        </p:blipFill>
        <p:spPr>
          <a:xfrm>
            <a:off x="1703311" y="-2784"/>
            <a:ext cx="1734410" cy="5167313"/>
          </a:xfrm>
          <a:prstGeom prst="rect">
            <a:avLst/>
          </a:prstGeom>
          <a:noFill/>
          <a:ln>
            <a:noFill/>
          </a:ln>
        </p:spPr>
      </p:pic>
      <p:sp>
        <p:nvSpPr>
          <p:cNvPr id="199" name="Google Shape;199;p22"/>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82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00" name="Google Shape;200;p22" descr="preencoded.png"/>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201" name="Google Shape;201;p22" descr="preencoded.png"/>
          <p:cNvPicPr preferRelativeResize="0"/>
          <p:nvPr/>
        </p:nvPicPr>
        <p:blipFill rotWithShape="1">
          <a:blip>
            <a:alphaModFix/>
          </a:blip>
          <a:srcRect/>
          <a:stretch/>
        </p:blipFill>
        <p:spPr>
          <a:xfrm>
            <a:off x="1718457" y="3440504"/>
            <a:ext cx="1719263" cy="1724025"/>
          </a:xfrm>
          <a:prstGeom prst="rect">
            <a:avLst/>
          </a:prstGeom>
          <a:noFill/>
          <a:ln>
            <a:noFill/>
          </a:ln>
        </p:spPr>
      </p:pic>
      <p:sp>
        <p:nvSpPr>
          <p:cNvPr id="202" name="Google Shape;202;p22"/>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2"/>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04" name="Google Shape;204;p22"/>
          <p:cNvSpPr txBox="1">
            <a:spLocks noGrp="1"/>
          </p:cNvSpPr>
          <p:nvPr>
            <p:ph type="title"/>
          </p:nvPr>
        </p:nvSpPr>
        <p:spPr>
          <a:xfrm>
            <a:off x="3986784" y="1243584"/>
            <a:ext cx="8165592" cy="76809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accent6"/>
              </a:buClr>
              <a:buSzPts val="44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22"/>
          <p:cNvSpPr txBox="1">
            <a:spLocks noGrp="1"/>
          </p:cNvSpPr>
          <p:nvPr>
            <p:ph type="body" idx="1"/>
          </p:nvPr>
        </p:nvSpPr>
        <p:spPr>
          <a:xfrm>
            <a:off x="3685032" y="2255520"/>
            <a:ext cx="3741928" cy="4306380"/>
          </a:xfrm>
          <a:prstGeom prst="rect">
            <a:avLst/>
          </a:prstGeom>
          <a:noFill/>
          <a:ln>
            <a:noFill/>
          </a:ln>
        </p:spPr>
        <p:txBody>
          <a:bodyPr spcFirstLastPara="1" wrap="square" lIns="45700" tIns="45700" rIns="45700" bIns="45700" anchor="t" anchorCtr="0">
            <a:no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22"/>
          <p:cNvSpPr txBox="1">
            <a:spLocks noGrp="1"/>
          </p:cNvSpPr>
          <p:nvPr>
            <p:ph type="body" idx="2"/>
          </p:nvPr>
        </p:nvSpPr>
        <p:spPr>
          <a:xfrm>
            <a:off x="7754112" y="2255520"/>
            <a:ext cx="3741928" cy="4306380"/>
          </a:xfrm>
          <a:prstGeom prst="rect">
            <a:avLst/>
          </a:prstGeom>
          <a:noFill/>
          <a:ln>
            <a:noFill/>
          </a:ln>
        </p:spPr>
        <p:txBody>
          <a:bodyPr spcFirstLastPara="1" wrap="square" lIns="45700" tIns="45700" rIns="45700" bIns="45700" anchor="t" anchorCtr="0">
            <a:noAutofit/>
          </a:bodyPr>
          <a:lstStyle>
            <a:lvl1pPr marL="457200" lvl="0" indent="-323850" algn="l">
              <a:lnSpc>
                <a:spcPct val="100000"/>
              </a:lnSpc>
              <a:spcBef>
                <a:spcPts val="360"/>
              </a:spcBef>
              <a:spcAft>
                <a:spcPts val="0"/>
              </a:spcAft>
              <a:buClr>
                <a:schemeClr val="accent6"/>
              </a:buClr>
              <a:buSzPts val="1500"/>
              <a:buChar char="•"/>
              <a:defRPr sz="1500"/>
            </a:lvl1pPr>
            <a:lvl2pPr marL="914400" lvl="1" indent="-311150" algn="l">
              <a:lnSpc>
                <a:spcPct val="100000"/>
              </a:lnSpc>
              <a:spcBef>
                <a:spcPts val="360"/>
              </a:spcBef>
              <a:spcAft>
                <a:spcPts val="0"/>
              </a:spcAft>
              <a:buClr>
                <a:schemeClr val="accent6"/>
              </a:buClr>
              <a:buSzPts val="1300"/>
              <a:buChar char="•"/>
              <a:defRPr sz="1300"/>
            </a:lvl2pPr>
            <a:lvl3pPr marL="1371600" lvl="2" indent="-304800" algn="l">
              <a:lnSpc>
                <a:spcPct val="100000"/>
              </a:lnSpc>
              <a:spcBef>
                <a:spcPts val="360"/>
              </a:spcBef>
              <a:spcAft>
                <a:spcPts val="0"/>
              </a:spcAft>
              <a:buClr>
                <a:schemeClr val="accent6"/>
              </a:buClr>
              <a:buSzPts val="1200"/>
              <a:buChar char="•"/>
              <a:defRPr sz="1200"/>
            </a:lvl3pPr>
            <a:lvl4pPr marL="1828800" lvl="3" indent="-304800" algn="l">
              <a:lnSpc>
                <a:spcPct val="100000"/>
              </a:lnSpc>
              <a:spcBef>
                <a:spcPts val="360"/>
              </a:spcBef>
              <a:spcAft>
                <a:spcPts val="0"/>
              </a:spcAft>
              <a:buClr>
                <a:schemeClr val="accent6"/>
              </a:buClr>
              <a:buSzPts val="1200"/>
              <a:buChar char="•"/>
              <a:defRPr sz="1200"/>
            </a:lvl4pPr>
            <a:lvl5pPr marL="2286000" lvl="4" indent="-304800" algn="l">
              <a:lnSpc>
                <a:spcPct val="100000"/>
              </a:lnSpc>
              <a:spcBef>
                <a:spcPts val="360"/>
              </a:spcBef>
              <a:spcAft>
                <a:spcPts val="0"/>
              </a:spcAft>
              <a:buClr>
                <a:schemeClr val="accent6"/>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7"/>
        <p:cNvGrpSpPr/>
        <p:nvPr/>
      </p:nvGrpSpPr>
      <p:grpSpPr>
        <a:xfrm>
          <a:off x="0" y="0"/>
          <a:ext cx="0" cy="0"/>
          <a:chOff x="0" y="0"/>
          <a:chExt cx="0" cy="0"/>
        </a:xfrm>
      </p:grpSpPr>
      <p:sp>
        <p:nvSpPr>
          <p:cNvPr id="208" name="Google Shape;208;p23"/>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09" name="Google Shape;209;p23"/>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0" name="Google Shape;210;p23"/>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rmAutofit/>
          </a:bodyPr>
          <a:lstStyle>
            <a:lvl1pPr lvl="0" algn="ctr">
              <a:lnSpc>
                <a:spcPct val="270833"/>
              </a:lnSpc>
              <a:spcBef>
                <a:spcPts val="0"/>
              </a:spcBef>
              <a:spcAft>
                <a:spcPts val="0"/>
              </a:spcAft>
              <a:buClr>
                <a:schemeClr val="accent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p23"/>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23"/>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4"/>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5" name="Google Shape;215;p24"/>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6" name="Google Shape;216;p24"/>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24"/>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8"/>
        <p:cNvGrpSpPr/>
        <p:nvPr/>
      </p:nvGrpSpPr>
      <p:grpSpPr>
        <a:xfrm>
          <a:off x="0" y="0"/>
          <a:ext cx="0" cy="0"/>
          <a:chOff x="0" y="0"/>
          <a:chExt cx="0" cy="0"/>
        </a:xfrm>
      </p:grpSpPr>
      <p:sp>
        <p:nvSpPr>
          <p:cNvPr id="219" name="Google Shape;219;p25"/>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20" name="Google Shape;220;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152343"/>
              </a:lnSpc>
              <a:spcBef>
                <a:spcPts val="0"/>
              </a:spcBef>
              <a:spcAft>
                <a:spcPts val="0"/>
              </a:spcAft>
              <a:buClr>
                <a:schemeClr val="accent6"/>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360"/>
              </a:spcBef>
              <a:spcAft>
                <a:spcPts val="0"/>
              </a:spcAft>
              <a:buClr>
                <a:schemeClr val="accent6"/>
              </a:buClr>
              <a:buSzPts val="3200"/>
              <a:buChar char="•"/>
              <a:defRPr sz="3200"/>
            </a:lvl1pPr>
            <a:lvl2pPr marL="914400" lvl="1" indent="-406400" algn="l">
              <a:lnSpc>
                <a:spcPct val="100000"/>
              </a:lnSpc>
              <a:spcBef>
                <a:spcPts val="360"/>
              </a:spcBef>
              <a:spcAft>
                <a:spcPts val="0"/>
              </a:spcAft>
              <a:buClr>
                <a:schemeClr val="accent6"/>
              </a:buClr>
              <a:buSzPts val="2800"/>
              <a:buChar char="•"/>
              <a:defRPr sz="2800"/>
            </a:lvl2pPr>
            <a:lvl3pPr marL="1371600" lvl="2" indent="-381000" algn="l">
              <a:lnSpc>
                <a:spcPct val="100000"/>
              </a:lnSpc>
              <a:spcBef>
                <a:spcPts val="360"/>
              </a:spcBef>
              <a:spcAft>
                <a:spcPts val="0"/>
              </a:spcAft>
              <a:buClr>
                <a:schemeClr val="accent6"/>
              </a:buClr>
              <a:buSzPts val="2400"/>
              <a:buChar char="•"/>
              <a:defRPr sz="2400"/>
            </a:lvl3pPr>
            <a:lvl4pPr marL="1828800" lvl="3" indent="-355600" algn="l">
              <a:lnSpc>
                <a:spcPct val="100000"/>
              </a:lnSpc>
              <a:spcBef>
                <a:spcPts val="360"/>
              </a:spcBef>
              <a:spcAft>
                <a:spcPts val="0"/>
              </a:spcAft>
              <a:buClr>
                <a:schemeClr val="accent6"/>
              </a:buClr>
              <a:buSzPts val="2000"/>
              <a:buChar char="•"/>
              <a:defRPr sz="2000"/>
            </a:lvl4pPr>
            <a:lvl5pPr marL="2286000" lvl="4" indent="-355600" algn="l">
              <a:lnSpc>
                <a:spcPct val="100000"/>
              </a:lnSpc>
              <a:spcBef>
                <a:spcPts val="360"/>
              </a:spcBef>
              <a:spcAft>
                <a:spcPts val="0"/>
              </a:spcAft>
              <a:buClr>
                <a:schemeClr val="accent6"/>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22" name="Google Shape;222;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600"/>
              <a:buNone/>
              <a:defRPr sz="1600"/>
            </a:lvl1pPr>
            <a:lvl2pPr marL="914400" lvl="1" indent="-228600" algn="l">
              <a:lnSpc>
                <a:spcPct val="100000"/>
              </a:lnSpc>
              <a:spcBef>
                <a:spcPts val="360"/>
              </a:spcBef>
              <a:spcAft>
                <a:spcPts val="0"/>
              </a:spcAft>
              <a:buClr>
                <a:schemeClr val="accent6"/>
              </a:buClr>
              <a:buSzPts val="1400"/>
              <a:buNone/>
              <a:defRPr sz="1400"/>
            </a:lvl2pPr>
            <a:lvl3pPr marL="1371600" lvl="2" indent="-228600" algn="l">
              <a:lnSpc>
                <a:spcPct val="100000"/>
              </a:lnSpc>
              <a:spcBef>
                <a:spcPts val="360"/>
              </a:spcBef>
              <a:spcAft>
                <a:spcPts val="0"/>
              </a:spcAft>
              <a:buClr>
                <a:schemeClr val="accent6"/>
              </a:buClr>
              <a:buSzPts val="1200"/>
              <a:buNone/>
              <a:defRPr sz="1200"/>
            </a:lvl3pPr>
            <a:lvl4pPr marL="1828800" lvl="3" indent="-228600" algn="l">
              <a:lnSpc>
                <a:spcPct val="100000"/>
              </a:lnSpc>
              <a:spcBef>
                <a:spcPts val="360"/>
              </a:spcBef>
              <a:spcAft>
                <a:spcPts val="0"/>
              </a:spcAft>
              <a:buClr>
                <a:schemeClr val="accent6"/>
              </a:buClr>
              <a:buSzPts val="1000"/>
              <a:buNone/>
              <a:defRPr sz="1000"/>
            </a:lvl4pPr>
            <a:lvl5pPr marL="2286000" lvl="4" indent="-228600" algn="l">
              <a:lnSpc>
                <a:spcPct val="100000"/>
              </a:lnSpc>
              <a:spcBef>
                <a:spcPts val="360"/>
              </a:spcBef>
              <a:spcAft>
                <a:spcPts val="0"/>
              </a:spcAft>
              <a:buClr>
                <a:schemeClr val="accent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3" name="Google Shape;223;p25"/>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4" name="Google Shape;224;p25"/>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25"/>
        <p:cNvGrpSpPr/>
        <p:nvPr/>
      </p:nvGrpSpPr>
      <p:grpSpPr>
        <a:xfrm>
          <a:off x="0" y="0"/>
          <a:ext cx="0" cy="0"/>
          <a:chOff x="0" y="0"/>
          <a:chExt cx="0" cy="0"/>
        </a:xfrm>
      </p:grpSpPr>
      <p:sp>
        <p:nvSpPr>
          <p:cNvPr id="226" name="Google Shape;226;p26"/>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27" name="Google Shape;227;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152343"/>
              </a:lnSpc>
              <a:spcBef>
                <a:spcPts val="0"/>
              </a:spcBef>
              <a:spcAft>
                <a:spcPts val="0"/>
              </a:spcAft>
              <a:buClr>
                <a:schemeClr val="accent6"/>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 name="Google Shape;228;p26"/>
          <p:cNvSpPr>
            <a:spLocks noGrp="1"/>
          </p:cNvSpPr>
          <p:nvPr>
            <p:ph type="pic" idx="2"/>
          </p:nvPr>
        </p:nvSpPr>
        <p:spPr>
          <a:xfrm>
            <a:off x="5183188" y="987425"/>
            <a:ext cx="6172200" cy="4873625"/>
          </a:xfrm>
          <a:prstGeom prst="rect">
            <a:avLst/>
          </a:prstGeom>
          <a:noFill/>
          <a:ln>
            <a:noFill/>
          </a:ln>
        </p:spPr>
      </p:sp>
      <p:sp>
        <p:nvSpPr>
          <p:cNvPr id="229" name="Google Shape;229;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accent6"/>
              </a:buClr>
              <a:buSzPts val="1600"/>
              <a:buNone/>
              <a:defRPr sz="1600"/>
            </a:lvl1pPr>
            <a:lvl2pPr marL="914400" lvl="1" indent="-228600" algn="l">
              <a:lnSpc>
                <a:spcPct val="100000"/>
              </a:lnSpc>
              <a:spcBef>
                <a:spcPts val="360"/>
              </a:spcBef>
              <a:spcAft>
                <a:spcPts val="0"/>
              </a:spcAft>
              <a:buClr>
                <a:schemeClr val="accent6"/>
              </a:buClr>
              <a:buSzPts val="1400"/>
              <a:buNone/>
              <a:defRPr sz="1400"/>
            </a:lvl2pPr>
            <a:lvl3pPr marL="1371600" lvl="2" indent="-228600" algn="l">
              <a:lnSpc>
                <a:spcPct val="100000"/>
              </a:lnSpc>
              <a:spcBef>
                <a:spcPts val="360"/>
              </a:spcBef>
              <a:spcAft>
                <a:spcPts val="0"/>
              </a:spcAft>
              <a:buClr>
                <a:schemeClr val="accent6"/>
              </a:buClr>
              <a:buSzPts val="1200"/>
              <a:buNone/>
              <a:defRPr sz="1200"/>
            </a:lvl3pPr>
            <a:lvl4pPr marL="1828800" lvl="3" indent="-228600" algn="l">
              <a:lnSpc>
                <a:spcPct val="100000"/>
              </a:lnSpc>
              <a:spcBef>
                <a:spcPts val="360"/>
              </a:spcBef>
              <a:spcAft>
                <a:spcPts val="0"/>
              </a:spcAft>
              <a:buClr>
                <a:schemeClr val="accent6"/>
              </a:buClr>
              <a:buSzPts val="1000"/>
              <a:buNone/>
              <a:defRPr sz="1000"/>
            </a:lvl4pPr>
            <a:lvl5pPr marL="2286000" lvl="4" indent="-228600" algn="l">
              <a:lnSpc>
                <a:spcPct val="100000"/>
              </a:lnSpc>
              <a:spcBef>
                <a:spcPts val="360"/>
              </a:spcBef>
              <a:spcAft>
                <a:spcPts val="0"/>
              </a:spcAft>
              <a:buClr>
                <a:schemeClr val="accent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0" name="Google Shape;230;p26"/>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26"/>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758952" y="1216152"/>
            <a:ext cx="10671048" cy="768096"/>
          </a:xfrm>
          <a:prstGeom prst="rect">
            <a:avLst/>
          </a:prstGeom>
          <a:noFill/>
          <a:ln>
            <a:noFill/>
          </a:ln>
        </p:spPr>
        <p:txBody>
          <a:bodyPr spcFirstLastPara="1" wrap="square" lIns="91425" tIns="45700" rIns="91425" bIns="45700" anchor="t" anchorCtr="0">
            <a:normAutofit/>
          </a:bodyPr>
          <a:lstStyle>
            <a:lvl1pPr marR="0" lvl="0" algn="ctr" rtl="0">
              <a:lnSpc>
                <a:spcPct val="110795"/>
              </a:lnSpc>
              <a:spcBef>
                <a:spcPts val="0"/>
              </a:spcBef>
              <a:spcAft>
                <a:spcPts val="0"/>
              </a:spcAft>
              <a:buClr>
                <a:schemeClr val="accent6"/>
              </a:buClr>
              <a:buSzPts val="4400"/>
              <a:buFont typeface="Arial Black"/>
              <a:buNone/>
              <a:defRPr sz="4400" b="1" i="0" u="none" strike="noStrike" cap="none">
                <a:solidFill>
                  <a:schemeClr val="accent6"/>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758952" y="2103120"/>
            <a:ext cx="10671048"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360"/>
              </a:spcBef>
              <a:spcAft>
                <a:spcPts val="0"/>
              </a:spcAft>
              <a:buClr>
                <a:schemeClr val="accent6"/>
              </a:buClr>
              <a:buSzPts val="2800"/>
              <a:buFont typeface="Arial"/>
              <a:buChar char="•"/>
              <a:defRPr sz="2800" b="0" i="0" u="none" strike="noStrike" cap="none">
                <a:solidFill>
                  <a:schemeClr val="accent6"/>
                </a:solidFill>
                <a:latin typeface="EB Garamond"/>
                <a:ea typeface="EB Garamond"/>
                <a:cs typeface="EB Garamond"/>
                <a:sym typeface="EB Garamond"/>
              </a:defRPr>
            </a:lvl1pPr>
            <a:lvl2pPr marL="914400" marR="0" lvl="1" indent="-381000" algn="l" rtl="0">
              <a:lnSpc>
                <a:spcPct val="100000"/>
              </a:lnSpc>
              <a:spcBef>
                <a:spcPts val="360"/>
              </a:spcBef>
              <a:spcAft>
                <a:spcPts val="0"/>
              </a:spcAft>
              <a:buClr>
                <a:schemeClr val="accent6"/>
              </a:buClr>
              <a:buSzPts val="2400"/>
              <a:buFont typeface="Arial"/>
              <a:buChar char="•"/>
              <a:defRPr sz="2400" b="0" i="0" u="none" strike="noStrike" cap="none">
                <a:solidFill>
                  <a:schemeClr val="accent6"/>
                </a:solidFill>
                <a:latin typeface="EB Garamond"/>
                <a:ea typeface="EB Garamond"/>
                <a:cs typeface="EB Garamond"/>
                <a:sym typeface="EB Garamond"/>
              </a:defRPr>
            </a:lvl2pPr>
            <a:lvl3pPr marL="1371600" marR="0" lvl="2" indent="-355600" algn="l" rtl="0">
              <a:lnSpc>
                <a:spcPct val="100000"/>
              </a:lnSpc>
              <a:spcBef>
                <a:spcPts val="360"/>
              </a:spcBef>
              <a:spcAft>
                <a:spcPts val="0"/>
              </a:spcAft>
              <a:buClr>
                <a:schemeClr val="accent6"/>
              </a:buClr>
              <a:buSzPts val="2000"/>
              <a:buFont typeface="Arial"/>
              <a:buChar char="•"/>
              <a:defRPr sz="2000" b="0" i="0" u="none" strike="noStrike" cap="none">
                <a:solidFill>
                  <a:schemeClr val="accent6"/>
                </a:solidFill>
                <a:latin typeface="EB Garamond"/>
                <a:ea typeface="EB Garamond"/>
                <a:cs typeface="EB Garamond"/>
                <a:sym typeface="EB Garamond"/>
              </a:defRPr>
            </a:lvl3pPr>
            <a:lvl4pPr marL="1828800" marR="0" lvl="3"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4pPr>
            <a:lvl5pPr marL="2286000" marR="0" lvl="4"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9pPr>
          </a:lstStyle>
          <a:p>
            <a:endParaRPr/>
          </a:p>
        </p:txBody>
      </p:sp>
      <p:sp>
        <p:nvSpPr>
          <p:cNvPr id="8" name="Google Shape;8;p6"/>
          <p:cNvSpPr txBox="1">
            <a:spLocks noGrp="1"/>
          </p:cNvSpPr>
          <p:nvPr>
            <p:ph type="ftr" idx="11"/>
          </p:nvPr>
        </p:nvSpPr>
        <p:spPr>
          <a:xfrm>
            <a:off x="621792" y="457200"/>
            <a:ext cx="320040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accent6"/>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2pPr>
            <a:lvl3pPr marR="0" lvl="2"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3pPr>
            <a:lvl4pPr marR="0" lvl="3"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4pPr>
            <a:lvl5pPr marR="0" lvl="4"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5pPr>
            <a:lvl6pPr marR="0" lvl="5"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6pPr>
            <a:lvl7pPr marR="0" lvl="6"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7pPr>
            <a:lvl8pPr marR="0" lvl="7"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8pPr>
            <a:lvl9pPr marR="0" lvl="8" algn="l" rtl="0">
              <a:spcBef>
                <a:spcPts val="0"/>
              </a:spcBef>
              <a:spcAft>
                <a:spcPts val="0"/>
              </a:spcAft>
              <a:buSzPts val="1400"/>
              <a:buNone/>
              <a:defRPr sz="1800" b="0" i="0" u="none" strike="noStrike" cap="none">
                <a:solidFill>
                  <a:schemeClr val="dk1"/>
                </a:solidFill>
                <a:latin typeface="EB Garamond"/>
                <a:ea typeface="EB Garamond"/>
                <a:cs typeface="EB Garamond"/>
                <a:sym typeface="EB Garamond"/>
              </a:defRPr>
            </a:lvl9pPr>
          </a:lstStyle>
          <a:p>
            <a:endParaRPr/>
          </a:p>
        </p:txBody>
      </p:sp>
      <p:sp>
        <p:nvSpPr>
          <p:cNvPr id="9" name="Google Shape;9;p6"/>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accent6"/>
                </a:solidFill>
                <a:latin typeface="Arial"/>
                <a:ea typeface="Arial"/>
                <a:cs typeface="Arial"/>
                <a:sym typeface="Arial"/>
              </a:defRPr>
            </a:lvl1pPr>
            <a:lvl2pPr marL="0" marR="0" lvl="1" indent="0" algn="ctr" rtl="0">
              <a:spcBef>
                <a:spcPts val="0"/>
              </a:spcBef>
              <a:buNone/>
              <a:defRPr sz="1200" b="0" i="0" u="none" strike="noStrike" cap="none">
                <a:solidFill>
                  <a:schemeClr val="accent6"/>
                </a:solidFill>
                <a:latin typeface="Arial"/>
                <a:ea typeface="Arial"/>
                <a:cs typeface="Arial"/>
                <a:sym typeface="Arial"/>
              </a:defRPr>
            </a:lvl2pPr>
            <a:lvl3pPr marL="0" marR="0" lvl="2" indent="0" algn="ctr" rtl="0">
              <a:spcBef>
                <a:spcPts val="0"/>
              </a:spcBef>
              <a:buNone/>
              <a:defRPr sz="1200" b="0" i="0" u="none" strike="noStrike" cap="none">
                <a:solidFill>
                  <a:schemeClr val="accent6"/>
                </a:solidFill>
                <a:latin typeface="Arial"/>
                <a:ea typeface="Arial"/>
                <a:cs typeface="Arial"/>
                <a:sym typeface="Arial"/>
              </a:defRPr>
            </a:lvl3pPr>
            <a:lvl4pPr marL="0" marR="0" lvl="3" indent="0" algn="ctr" rtl="0">
              <a:spcBef>
                <a:spcPts val="0"/>
              </a:spcBef>
              <a:buNone/>
              <a:defRPr sz="1200" b="0" i="0" u="none" strike="noStrike" cap="none">
                <a:solidFill>
                  <a:schemeClr val="accent6"/>
                </a:solidFill>
                <a:latin typeface="Arial"/>
                <a:ea typeface="Arial"/>
                <a:cs typeface="Arial"/>
                <a:sym typeface="Arial"/>
              </a:defRPr>
            </a:lvl4pPr>
            <a:lvl5pPr marL="0" marR="0" lvl="4" indent="0" algn="ctr" rtl="0">
              <a:spcBef>
                <a:spcPts val="0"/>
              </a:spcBef>
              <a:buNone/>
              <a:defRPr sz="1200" b="0" i="0" u="none" strike="noStrike" cap="none">
                <a:solidFill>
                  <a:schemeClr val="accent6"/>
                </a:solidFill>
                <a:latin typeface="Arial"/>
                <a:ea typeface="Arial"/>
                <a:cs typeface="Arial"/>
                <a:sym typeface="Arial"/>
              </a:defRPr>
            </a:lvl5pPr>
            <a:lvl6pPr marL="0" marR="0" lvl="5" indent="0" algn="ctr" rtl="0">
              <a:spcBef>
                <a:spcPts val="0"/>
              </a:spcBef>
              <a:buNone/>
              <a:defRPr sz="1200" b="0" i="0" u="none" strike="noStrike" cap="none">
                <a:solidFill>
                  <a:schemeClr val="accent6"/>
                </a:solidFill>
                <a:latin typeface="Arial"/>
                <a:ea typeface="Arial"/>
                <a:cs typeface="Arial"/>
                <a:sym typeface="Arial"/>
              </a:defRPr>
            </a:lvl6pPr>
            <a:lvl7pPr marL="0" marR="0" lvl="6" indent="0" algn="ctr" rtl="0">
              <a:spcBef>
                <a:spcPts val="0"/>
              </a:spcBef>
              <a:buNone/>
              <a:defRPr sz="1200" b="0" i="0" u="none" strike="noStrike" cap="none">
                <a:solidFill>
                  <a:schemeClr val="accent6"/>
                </a:solidFill>
                <a:latin typeface="Arial"/>
                <a:ea typeface="Arial"/>
                <a:cs typeface="Arial"/>
                <a:sym typeface="Arial"/>
              </a:defRPr>
            </a:lvl7pPr>
            <a:lvl8pPr marL="0" marR="0" lvl="7" indent="0" algn="ctr" rtl="0">
              <a:spcBef>
                <a:spcPts val="0"/>
              </a:spcBef>
              <a:buNone/>
              <a:defRPr sz="1200" b="0" i="0" u="none" strike="noStrike" cap="none">
                <a:solidFill>
                  <a:schemeClr val="accent6"/>
                </a:solidFill>
                <a:latin typeface="Arial"/>
                <a:ea typeface="Arial"/>
                <a:cs typeface="Arial"/>
                <a:sym typeface="Arial"/>
              </a:defRPr>
            </a:lvl8pPr>
            <a:lvl9pPr marL="0" marR="0" lvl="8" indent="0" algn="ctr" rtl="0">
              <a:spcBef>
                <a:spcPts val="0"/>
              </a:spcBef>
              <a:buNone/>
              <a:defRPr sz="1200" b="0" i="0" u="none" strike="noStrike" cap="none">
                <a:solidFill>
                  <a:schemeClr val="accent6"/>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
          <p:cNvSpPr txBox="1">
            <a:spLocks noGrp="1"/>
          </p:cNvSpPr>
          <p:nvPr>
            <p:ph type="ctrTitle"/>
          </p:nvPr>
        </p:nvSpPr>
        <p:spPr>
          <a:xfrm>
            <a:off x="2781301" y="1984248"/>
            <a:ext cx="6772274" cy="1225296"/>
          </a:xfrm>
          <a:prstGeom prst="rect">
            <a:avLst/>
          </a:prstGeom>
          <a:noFill/>
          <a:ln>
            <a:noFill/>
          </a:ln>
        </p:spPr>
        <p:txBody>
          <a:bodyPr spcFirstLastPara="1" wrap="square" lIns="91425" tIns="0" rIns="91425" bIns="45700" anchor="t" anchorCtr="0">
            <a:noAutofit/>
          </a:bodyPr>
          <a:lstStyle/>
          <a:p>
            <a:pPr marL="0" lvl="0" indent="0" algn="ctr" rtl="0">
              <a:lnSpc>
                <a:spcPct val="110795"/>
              </a:lnSpc>
              <a:spcBef>
                <a:spcPts val="0"/>
              </a:spcBef>
              <a:spcAft>
                <a:spcPts val="0"/>
              </a:spcAft>
              <a:buClr>
                <a:schemeClr val="accent6"/>
              </a:buClr>
              <a:buSzPts val="4400"/>
              <a:buFont typeface="Arial Black"/>
              <a:buNone/>
            </a:pPr>
            <a:r>
              <a:rPr lang="en-US"/>
              <a:t>BIGTECHCOMPANY</a:t>
            </a:r>
            <a:endParaRPr/>
          </a:p>
        </p:txBody>
      </p:sp>
      <p:sp>
        <p:nvSpPr>
          <p:cNvPr id="237" name="Google Shape;237;p1"/>
          <p:cNvSpPr txBox="1">
            <a:spLocks noGrp="1"/>
          </p:cNvSpPr>
          <p:nvPr>
            <p:ph type="subTitle" idx="1"/>
          </p:nvPr>
        </p:nvSpPr>
        <p:spPr>
          <a:xfrm>
            <a:off x="4349496" y="3483864"/>
            <a:ext cx="3493008" cy="878908"/>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Clr>
                <a:schemeClr val="accent6"/>
              </a:buClr>
              <a:buSzPts val="2400"/>
              <a:buNone/>
            </a:pPr>
            <a:r>
              <a:rPr lang="en-US" dirty="0"/>
              <a:t>Financial Overview</a:t>
            </a:r>
          </a:p>
          <a:p>
            <a:pPr marL="0" lvl="0" indent="0" algn="ctr" rtl="0">
              <a:lnSpc>
                <a:spcPct val="100000"/>
              </a:lnSpc>
              <a:spcBef>
                <a:spcPts val="0"/>
              </a:spcBef>
              <a:spcAft>
                <a:spcPts val="0"/>
              </a:spcAft>
              <a:buClr>
                <a:schemeClr val="accent6"/>
              </a:buClr>
              <a:buSzPts val="2400"/>
              <a:buNone/>
            </a:pPr>
            <a:r>
              <a:rPr lang="en-US"/>
              <a:t>Adam El Harouchi</a:t>
            </a:r>
          </a:p>
          <a:p>
            <a:pPr marL="0" lvl="0" indent="0" algn="ctr" rtl="0">
              <a:lnSpc>
                <a:spcPct val="100000"/>
              </a:lnSpc>
              <a:spcBef>
                <a:spcPts val="0"/>
              </a:spcBef>
              <a:spcAft>
                <a:spcPts val="0"/>
              </a:spcAft>
              <a:buClr>
                <a:schemeClr val="accent6"/>
              </a:buClr>
              <a:buSzPts val="2400"/>
              <a:buNone/>
            </a:pPr>
            <a:endParaRPr/>
          </a:p>
          <a:p>
            <a:pPr marL="0" lvl="0" indent="0" algn="ctr" rtl="0">
              <a:lnSpc>
                <a:spcPct val="100000"/>
              </a:lnSpc>
              <a:spcBef>
                <a:spcPts val="360"/>
              </a:spcBef>
              <a:spcAft>
                <a:spcPts val="0"/>
              </a:spcAft>
              <a:buClr>
                <a:schemeClr val="accent6"/>
              </a:buClr>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
          <p:cNvSpPr txBox="1">
            <a:spLocks noGrp="1"/>
          </p:cNvSpPr>
          <p:nvPr>
            <p:ph type="title"/>
          </p:nvPr>
        </p:nvSpPr>
        <p:spPr>
          <a:xfrm>
            <a:off x="768096" y="490011"/>
            <a:ext cx="10671048" cy="76809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6"/>
              </a:buClr>
              <a:buSzPts val="4400"/>
              <a:buFont typeface="Arial Black"/>
              <a:buNone/>
            </a:pPr>
            <a:r>
              <a:rPr lang="en-US" sz="4400" b="1">
                <a:solidFill>
                  <a:schemeClr val="accent6"/>
                </a:solidFill>
                <a:latin typeface="Arial Black"/>
                <a:ea typeface="Arial Black"/>
                <a:cs typeface="Arial Black"/>
                <a:sym typeface="Arial Black"/>
              </a:rPr>
              <a:t>QUARTERLY PERFORMANCE</a:t>
            </a:r>
            <a:endParaRPr/>
          </a:p>
        </p:txBody>
      </p:sp>
      <p:sp>
        <p:nvSpPr>
          <p:cNvPr id="243" name="Google Shape;243;p2"/>
          <p:cNvSpPr txBox="1">
            <a:spLocks noGrp="1"/>
          </p:cNvSpPr>
          <p:nvPr>
            <p:ph type="ftr" idx="11"/>
          </p:nvPr>
        </p:nvSpPr>
        <p:spPr>
          <a:xfrm>
            <a:off x="621792" y="200809"/>
            <a:ext cx="3200400" cy="27432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BigTechCompany</a:t>
            </a:r>
            <a:endParaRPr/>
          </a:p>
        </p:txBody>
      </p:sp>
      <p:sp>
        <p:nvSpPr>
          <p:cNvPr id="244" name="Google Shape;244;p2"/>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pic>
        <p:nvPicPr>
          <p:cNvPr id="3" name="Picture 2" descr="A screenshot of a graph&#10;&#10;AI-generated content may be incorrect.">
            <a:extLst>
              <a:ext uri="{FF2B5EF4-FFF2-40B4-BE49-F238E27FC236}">
                <a16:creationId xmlns:a16="http://schemas.microsoft.com/office/drawing/2014/main" id="{CEAE78EC-00EB-1CF4-6A2C-E34E2A11DE8F}"/>
              </a:ext>
            </a:extLst>
          </p:cNvPr>
          <p:cNvPicPr>
            <a:picLocks noChangeAspect="1"/>
          </p:cNvPicPr>
          <p:nvPr/>
        </p:nvPicPr>
        <p:blipFill>
          <a:blip r:embed="rId3"/>
          <a:stretch>
            <a:fillRect/>
          </a:stretch>
        </p:blipFill>
        <p:spPr>
          <a:xfrm>
            <a:off x="1172916" y="2038830"/>
            <a:ext cx="10013808" cy="32080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
          <p:cNvSpPr txBox="1">
            <a:spLocks noGrp="1"/>
          </p:cNvSpPr>
          <p:nvPr>
            <p:ph type="title"/>
          </p:nvPr>
        </p:nvSpPr>
        <p:spPr>
          <a:xfrm>
            <a:off x="768096" y="490011"/>
            <a:ext cx="10671048" cy="76809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6"/>
              </a:buClr>
              <a:buSzPts val="4400"/>
              <a:buFont typeface="Arial Black"/>
              <a:buNone/>
            </a:pPr>
            <a:r>
              <a:rPr lang="en-US" sz="4400" b="1">
                <a:solidFill>
                  <a:schemeClr val="accent6"/>
                </a:solidFill>
                <a:latin typeface="Arial Black"/>
                <a:ea typeface="Arial Black"/>
                <a:cs typeface="Arial Black"/>
                <a:sym typeface="Arial Black"/>
              </a:rPr>
              <a:t>CUSTOMER TRENDS</a:t>
            </a:r>
            <a:endParaRPr/>
          </a:p>
        </p:txBody>
      </p:sp>
      <p:sp>
        <p:nvSpPr>
          <p:cNvPr id="251" name="Google Shape;251;p3"/>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
        <p:nvSpPr>
          <p:cNvPr id="252" name="Google Shape;252;p3"/>
          <p:cNvSpPr txBox="1"/>
          <p:nvPr/>
        </p:nvSpPr>
        <p:spPr>
          <a:xfrm>
            <a:off x="1041620" y="2028617"/>
            <a:ext cx="10671048" cy="14003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dirty="0">
                <a:solidFill>
                  <a:schemeClr val="dk1"/>
                </a:solidFill>
                <a:latin typeface="Calibri"/>
                <a:ea typeface="Calibri"/>
                <a:cs typeface="Calibri"/>
                <a:sym typeface="Calibri"/>
              </a:rPr>
              <a:t>Key Takeaways:</a:t>
            </a:r>
            <a:endParaRPr dirty="0"/>
          </a:p>
          <a:p>
            <a:pPr marL="285750" lvl="0" indent="-285750">
              <a:spcBef>
                <a:spcPts val="1000"/>
              </a:spcBef>
              <a:buClr>
                <a:schemeClr val="dk1"/>
              </a:buClr>
              <a:buSzPts val="1400"/>
              <a:buFont typeface="Noto Sans Symbols"/>
              <a:buChar char="▪"/>
            </a:pPr>
            <a:r>
              <a:rPr lang="en-US" dirty="0"/>
              <a:t>Churn spiked after price increase in early 2022, peaking at 30.5%, then steadily declined to 1.9% by Q1 2023.</a:t>
            </a:r>
          </a:p>
          <a:p>
            <a:pPr marL="285750" lvl="0" indent="-285750">
              <a:spcBef>
                <a:spcPts val="1000"/>
              </a:spcBef>
              <a:buClr>
                <a:schemeClr val="dk1"/>
              </a:buClr>
              <a:buSzPts val="1400"/>
              <a:buFont typeface="Noto Sans Symbols"/>
              <a:buChar char="▪"/>
            </a:pPr>
            <a:r>
              <a:rPr lang="en-US" dirty="0"/>
              <a:t>Customer growth rebounded in Q1 2023 with a net gain of 1.6M users—the strongest quarter shown.</a:t>
            </a:r>
          </a:p>
          <a:p>
            <a:pPr marL="285750" lvl="0" indent="-285750">
              <a:spcBef>
                <a:spcPts val="1000"/>
              </a:spcBef>
              <a:buClr>
                <a:schemeClr val="dk1"/>
              </a:buClr>
              <a:buSzPts val="1400"/>
              <a:buFont typeface="Noto Sans Symbols"/>
              <a:buChar char="▪"/>
            </a:pPr>
            <a:r>
              <a:rPr lang="en-US" dirty="0"/>
              <a:t>Price sensitivity evident: The $1 subscription increase aligned with a sharp rise in attrition and churn.</a:t>
            </a:r>
            <a:endParaRPr dirty="0"/>
          </a:p>
        </p:txBody>
      </p:sp>
      <p:sp>
        <p:nvSpPr>
          <p:cNvPr id="253" name="Google Shape;253;p3"/>
          <p:cNvSpPr/>
          <p:nvPr/>
        </p:nvSpPr>
        <p:spPr>
          <a:xfrm>
            <a:off x="1488141" y="3587771"/>
            <a:ext cx="9215718" cy="2877671"/>
          </a:xfrm>
          <a:prstGeom prst="rect">
            <a:avLst/>
          </a:prstGeom>
          <a:solidFill>
            <a:schemeClr val="accent1"/>
          </a:solidFill>
          <a:ln w="12700" cap="flat" cmpd="sng">
            <a:solidFill>
              <a:srgbClr val="B295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EB Garamond"/>
                <a:ea typeface="EB Garamond"/>
                <a:cs typeface="EB Garamond"/>
                <a:sym typeface="EB Garamond"/>
              </a:rPr>
              <a:t>Insert Customer Trends (Output 2) Here</a:t>
            </a:r>
            <a:endParaRPr/>
          </a:p>
          <a:p>
            <a:pPr marL="0" marR="0" lvl="0" indent="0" algn="ctr" rtl="0">
              <a:spcBef>
                <a:spcPts val="0"/>
              </a:spcBef>
              <a:spcAft>
                <a:spcPts val="0"/>
              </a:spcAft>
              <a:buNone/>
            </a:pPr>
            <a:endParaRPr sz="1800">
              <a:solidFill>
                <a:schemeClr val="dk1"/>
              </a:solidFill>
              <a:latin typeface="EB Garamond"/>
              <a:ea typeface="EB Garamond"/>
              <a:cs typeface="EB Garamond"/>
              <a:sym typeface="EB Garamond"/>
            </a:endParaRPr>
          </a:p>
          <a:p>
            <a:pPr marL="0" marR="0" lvl="0" indent="0" algn="ctr" rtl="0">
              <a:spcBef>
                <a:spcPts val="0"/>
              </a:spcBef>
              <a:spcAft>
                <a:spcPts val="0"/>
              </a:spcAft>
              <a:buNone/>
            </a:pPr>
            <a:r>
              <a:rPr lang="en-US" sz="1800">
                <a:solidFill>
                  <a:schemeClr val="dk1"/>
                </a:solidFill>
                <a:latin typeface="EB Garamond"/>
                <a:ea typeface="EB Garamond"/>
                <a:cs typeface="EB Garamond"/>
                <a:sym typeface="EB Garamond"/>
              </a:rPr>
              <a:t>Delete this box once this step is completed. </a:t>
            </a:r>
            <a:endParaRPr/>
          </a:p>
        </p:txBody>
      </p:sp>
      <p:sp>
        <p:nvSpPr>
          <p:cNvPr id="254" name="Google Shape;254;p3"/>
          <p:cNvSpPr/>
          <p:nvPr/>
        </p:nvSpPr>
        <p:spPr>
          <a:xfrm>
            <a:off x="9834282" y="295835"/>
            <a:ext cx="2098638" cy="2088778"/>
          </a:xfrm>
          <a:prstGeom prst="rect">
            <a:avLst/>
          </a:prstGeom>
          <a:solidFill>
            <a:schemeClr val="accent1"/>
          </a:solidFill>
          <a:ln w="12700" cap="flat" cmpd="sng">
            <a:solidFill>
              <a:srgbClr val="B295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a:solidFill>
                  <a:schemeClr val="dk1"/>
                </a:solidFill>
                <a:latin typeface="EB Garamond"/>
                <a:ea typeface="EB Garamond"/>
                <a:cs typeface="EB Garamond"/>
                <a:sym typeface="EB Garamond"/>
              </a:rPr>
              <a:t>In the key takeaways section, write 2-3 bullets with takeaways from the table. For example, how did the price increase affect customer attrition? What can we derive from the company’s churn rate? Are customer numbers trending positively or negatively? </a:t>
            </a:r>
            <a:endParaRPr/>
          </a:p>
          <a:p>
            <a:pPr marL="0" marR="0" lvl="0" indent="0" algn="ctr" rtl="0">
              <a:spcBef>
                <a:spcPts val="0"/>
              </a:spcBef>
              <a:spcAft>
                <a:spcPts val="0"/>
              </a:spcAft>
              <a:buNone/>
            </a:pPr>
            <a:endParaRPr sz="1100">
              <a:solidFill>
                <a:schemeClr val="dk1"/>
              </a:solidFill>
              <a:latin typeface="EB Garamond"/>
              <a:ea typeface="EB Garamond"/>
              <a:cs typeface="EB Garamond"/>
              <a:sym typeface="EB Garamond"/>
            </a:endParaRPr>
          </a:p>
          <a:p>
            <a:pPr marL="0" marR="0" lvl="0" indent="0" algn="ctr" rtl="0">
              <a:spcBef>
                <a:spcPts val="0"/>
              </a:spcBef>
              <a:spcAft>
                <a:spcPts val="0"/>
              </a:spcAft>
              <a:buNone/>
            </a:pPr>
            <a:r>
              <a:rPr lang="en-US" sz="1100">
                <a:solidFill>
                  <a:schemeClr val="dk1"/>
                </a:solidFill>
                <a:latin typeface="EB Garamond"/>
                <a:ea typeface="EB Garamond"/>
                <a:cs typeface="EB Garamond"/>
                <a:sym typeface="EB Garamond"/>
              </a:rPr>
              <a:t>Delete this box once this step is completed. </a:t>
            </a:r>
            <a:endParaRPr/>
          </a:p>
        </p:txBody>
      </p:sp>
      <p:sp>
        <p:nvSpPr>
          <p:cNvPr id="255" name="Google Shape;255;p3"/>
          <p:cNvSpPr txBox="1">
            <a:spLocks noGrp="1"/>
          </p:cNvSpPr>
          <p:nvPr>
            <p:ph type="ftr" idx="11"/>
          </p:nvPr>
        </p:nvSpPr>
        <p:spPr>
          <a:xfrm>
            <a:off x="621792" y="200809"/>
            <a:ext cx="3200400" cy="27432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BigTechCompany</a:t>
            </a:r>
            <a:endParaRPr/>
          </a:p>
        </p:txBody>
      </p:sp>
      <p:pic>
        <p:nvPicPr>
          <p:cNvPr id="3" name="Picture 2" descr="A graph with numbers and percentages&#10;&#10;AI-generated content may be incorrect.">
            <a:extLst>
              <a:ext uri="{FF2B5EF4-FFF2-40B4-BE49-F238E27FC236}">
                <a16:creationId xmlns:a16="http://schemas.microsoft.com/office/drawing/2014/main" id="{3AD47326-BC75-7E72-3876-6B43A26494B0}"/>
              </a:ext>
            </a:extLst>
          </p:cNvPr>
          <p:cNvPicPr>
            <a:picLocks noChangeAspect="1"/>
          </p:cNvPicPr>
          <p:nvPr/>
        </p:nvPicPr>
        <p:blipFill>
          <a:blip r:embed="rId3"/>
          <a:stretch>
            <a:fillRect/>
          </a:stretch>
        </p:blipFill>
        <p:spPr>
          <a:xfrm>
            <a:off x="1259541" y="3540706"/>
            <a:ext cx="10079358" cy="2971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
          <p:cNvSpPr txBox="1">
            <a:spLocks noGrp="1"/>
          </p:cNvSpPr>
          <p:nvPr>
            <p:ph type="title"/>
          </p:nvPr>
        </p:nvSpPr>
        <p:spPr>
          <a:xfrm>
            <a:off x="768096" y="490011"/>
            <a:ext cx="10671048" cy="76809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6"/>
              </a:buClr>
              <a:buSzPts val="4400"/>
              <a:buFont typeface="Arial Black"/>
              <a:buNone/>
            </a:pPr>
            <a:r>
              <a:rPr lang="en-US" sz="4400" b="1">
                <a:solidFill>
                  <a:schemeClr val="accent6"/>
                </a:solidFill>
                <a:latin typeface="Arial Black"/>
                <a:ea typeface="Arial Black"/>
                <a:cs typeface="Arial Black"/>
                <a:sym typeface="Arial Black"/>
              </a:rPr>
              <a:t>PROJECTIONS</a:t>
            </a:r>
            <a:endParaRPr/>
          </a:p>
        </p:txBody>
      </p:sp>
      <p:sp>
        <p:nvSpPr>
          <p:cNvPr id="261" name="Google Shape;261;p4"/>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263" name="Google Shape;263;p4"/>
          <p:cNvSpPr txBox="1">
            <a:spLocks noGrp="1"/>
          </p:cNvSpPr>
          <p:nvPr>
            <p:ph type="ftr" idx="11"/>
          </p:nvPr>
        </p:nvSpPr>
        <p:spPr>
          <a:xfrm>
            <a:off x="621792" y="200809"/>
            <a:ext cx="3200400" cy="27432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BigTechCompany</a:t>
            </a:r>
            <a:endParaRPr/>
          </a:p>
        </p:txBody>
      </p:sp>
      <p:pic>
        <p:nvPicPr>
          <p:cNvPr id="3" name="Picture 2" descr="A screenshot of a graph&#10;&#10;AI-generated content may be incorrect.">
            <a:extLst>
              <a:ext uri="{FF2B5EF4-FFF2-40B4-BE49-F238E27FC236}">
                <a16:creationId xmlns:a16="http://schemas.microsoft.com/office/drawing/2014/main" id="{E58C4D20-0054-1E2E-E03A-33801B707E1A}"/>
              </a:ext>
            </a:extLst>
          </p:cNvPr>
          <p:cNvPicPr>
            <a:picLocks noChangeAspect="1"/>
          </p:cNvPicPr>
          <p:nvPr/>
        </p:nvPicPr>
        <p:blipFill>
          <a:blip r:embed="rId3"/>
          <a:stretch>
            <a:fillRect/>
          </a:stretch>
        </p:blipFill>
        <p:spPr>
          <a:xfrm>
            <a:off x="461229" y="1849663"/>
            <a:ext cx="11284781" cy="41048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
          <p:cNvSpPr txBox="1">
            <a:spLocks noGrp="1"/>
          </p:cNvSpPr>
          <p:nvPr>
            <p:ph type="title"/>
          </p:nvPr>
        </p:nvSpPr>
        <p:spPr>
          <a:xfrm>
            <a:off x="768096" y="490011"/>
            <a:ext cx="10671048" cy="768096"/>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6"/>
              </a:buClr>
              <a:buSzPts val="4400"/>
              <a:buFont typeface="Arial Black"/>
              <a:buNone/>
            </a:pPr>
            <a:r>
              <a:rPr lang="en-US" sz="4400" b="1">
                <a:solidFill>
                  <a:schemeClr val="accent6"/>
                </a:solidFill>
                <a:latin typeface="Arial Black"/>
                <a:ea typeface="Arial Black"/>
                <a:cs typeface="Arial Black"/>
                <a:sym typeface="Arial Black"/>
              </a:rPr>
              <a:t>CONCLUSIONS</a:t>
            </a:r>
            <a:endParaRPr/>
          </a:p>
        </p:txBody>
      </p:sp>
      <p:sp>
        <p:nvSpPr>
          <p:cNvPr id="269" name="Google Shape;269;p5"/>
          <p:cNvSpPr txBox="1">
            <a:spLocks noGrp="1"/>
          </p:cNvSpPr>
          <p:nvPr>
            <p:ph type="sldNum" idx="12"/>
          </p:nvPr>
        </p:nvSpPr>
        <p:spPr>
          <a:xfrm>
            <a:off x="10945368" y="457200"/>
            <a:ext cx="987552" cy="27432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sp>
        <p:nvSpPr>
          <p:cNvPr id="270" name="Google Shape;270;p5"/>
          <p:cNvSpPr txBox="1"/>
          <p:nvPr/>
        </p:nvSpPr>
        <p:spPr>
          <a:xfrm>
            <a:off x="1600478" y="2236345"/>
            <a:ext cx="9215718" cy="38471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a:solidFill>
                  <a:schemeClr val="dk1"/>
                </a:solidFill>
                <a:latin typeface="Calibri"/>
                <a:ea typeface="Calibri"/>
                <a:cs typeface="Calibri"/>
                <a:sym typeface="Calibri"/>
              </a:rPr>
              <a:t>Company Highlights</a:t>
            </a:r>
            <a:endParaRPr dirty="0"/>
          </a:p>
          <a:p>
            <a:pPr marL="285750" indent="-285750">
              <a:buFont typeface="Arial" panose="020B0604020202020204" pitchFamily="34" charset="0"/>
              <a:buChar char="•"/>
            </a:pPr>
            <a:r>
              <a:rPr lang="en-US" dirty="0"/>
              <a:t>Revenue is growing steadily quarter-over-quarter, with customer growth rebounding strongly in Q1 2023.</a:t>
            </a:r>
          </a:p>
          <a:p>
            <a:pPr marL="285750" indent="-285750">
              <a:buFont typeface="Arial" panose="020B0604020202020204" pitchFamily="34" charset="0"/>
              <a:buChar char="•"/>
            </a:pPr>
            <a:r>
              <a:rPr lang="en-US" dirty="0"/>
              <a:t>Churn rate has improved significantly from a peak of 30.5% to just 1.9%, signaling better customer retention.</a:t>
            </a:r>
          </a:p>
          <a:p>
            <a:pPr marL="285750" indent="-285750">
              <a:buFont typeface="Arial" panose="020B0604020202020204" pitchFamily="34" charset="0"/>
              <a:buChar char="•"/>
            </a:pPr>
            <a:r>
              <a:rPr lang="en-US" dirty="0"/>
              <a:t>Cost control efforts appear effective, with expenses holding relatively stable despite user growth.</a:t>
            </a:r>
          </a:p>
          <a:p>
            <a:pPr marL="0" marR="0" lvl="0" indent="0" algn="l" rtl="0">
              <a:spcBef>
                <a:spcPts val="600"/>
              </a:spcBef>
              <a:spcAft>
                <a:spcPts val="0"/>
              </a:spcAft>
              <a:buNone/>
            </a:pPr>
            <a:r>
              <a:rPr lang="en-US" sz="1400" b="1" dirty="0">
                <a:solidFill>
                  <a:schemeClr val="dk1"/>
                </a:solidFill>
                <a:latin typeface="Calibri"/>
                <a:ea typeface="Calibri"/>
                <a:cs typeface="Calibri"/>
                <a:sym typeface="Calibri"/>
              </a:rPr>
              <a:t>Areas of Concern</a:t>
            </a:r>
            <a:endParaRPr dirty="0"/>
          </a:p>
          <a:p>
            <a:pPr marL="285750" indent="-285750">
              <a:buFont typeface="Arial" panose="020B0604020202020204" pitchFamily="34" charset="0"/>
              <a:buChar char="•"/>
            </a:pPr>
            <a:r>
              <a:rPr lang="en-US" dirty="0"/>
              <a:t>Earnings are somewhat volatile—Q2 and Q3 2022 saw negative net customer changes and high attrition.</a:t>
            </a:r>
          </a:p>
          <a:p>
            <a:pPr marL="285750" indent="-285750">
              <a:buFont typeface="Arial" panose="020B0604020202020204" pitchFamily="34" charset="0"/>
              <a:buChar char="•"/>
            </a:pPr>
            <a:r>
              <a:rPr lang="en-US" dirty="0"/>
              <a:t>The spike in churn in early 2022 (up to 30.5%) suggests price sensitivity and a potential retention risk if pricing changes recur.</a:t>
            </a:r>
          </a:p>
          <a:p>
            <a:pPr marL="285750" indent="-285750">
              <a:buFont typeface="Arial" panose="020B0604020202020204" pitchFamily="34" charset="0"/>
              <a:buChar char="•"/>
            </a:pPr>
            <a:r>
              <a:rPr lang="en-US" dirty="0"/>
              <a:t>No EBITDA margin provided—unable to assess profitability vs. industry average of 39%.</a:t>
            </a:r>
          </a:p>
          <a:p>
            <a:pPr marL="0" marR="0" lvl="0" indent="0" algn="l" rtl="0">
              <a:spcBef>
                <a:spcPts val="600"/>
              </a:spcBef>
              <a:spcAft>
                <a:spcPts val="0"/>
              </a:spcAft>
              <a:buNone/>
            </a:pPr>
            <a:r>
              <a:rPr lang="en-US" sz="1400" b="1" dirty="0">
                <a:solidFill>
                  <a:schemeClr val="dk1"/>
                </a:solidFill>
                <a:latin typeface="Calibri"/>
                <a:ea typeface="Calibri"/>
                <a:cs typeface="Calibri"/>
                <a:sym typeface="Calibri"/>
              </a:rPr>
              <a:t>Recommendation</a:t>
            </a:r>
            <a:endParaRPr dirty="0"/>
          </a:p>
          <a:p>
            <a:pPr marL="285750" indent="-285750">
              <a:buFont typeface="Arial" panose="020B0604020202020204" pitchFamily="34" charset="0"/>
              <a:buChar char="•"/>
            </a:pPr>
            <a:r>
              <a:rPr lang="en-US" dirty="0"/>
              <a:t>Recommend proceeding with a potential partnership or continued engagement, pending clarification on EBITDA margin and pricing strategy impacts.</a:t>
            </a:r>
          </a:p>
          <a:p>
            <a:pPr marL="285750" indent="-285750">
              <a:buFont typeface="Arial" panose="020B0604020202020204" pitchFamily="34" charset="0"/>
              <a:buChar char="•"/>
            </a:pPr>
            <a:r>
              <a:rPr lang="en-US" dirty="0"/>
              <a:t>Suggest requesting detailed breakdowns of customer retention initiatives and cost forecasting assumptions for 2023.</a:t>
            </a:r>
          </a:p>
          <a:p>
            <a:pPr marL="285750" marR="0" lvl="0" indent="-196850" algn="l" rtl="0">
              <a:spcBef>
                <a:spcPts val="600"/>
              </a:spcBef>
              <a:spcAft>
                <a:spcPts val="0"/>
              </a:spcAft>
              <a:buClr>
                <a:schemeClr val="dk1"/>
              </a:buClr>
              <a:buSzPts val="1400"/>
              <a:buFont typeface="Noto Sans Symbols"/>
              <a:buNone/>
            </a:pPr>
            <a:endParaRPr sz="1400" dirty="0">
              <a:solidFill>
                <a:schemeClr val="dk1"/>
              </a:solidFill>
              <a:latin typeface="Calibri"/>
              <a:ea typeface="Calibri"/>
              <a:cs typeface="Calibri"/>
              <a:sym typeface="Calibri"/>
            </a:endParaRPr>
          </a:p>
          <a:p>
            <a:pPr marL="285750" marR="0" lvl="0" indent="-196850" algn="l" rtl="0">
              <a:spcBef>
                <a:spcPts val="600"/>
              </a:spcBef>
              <a:spcAft>
                <a:spcPts val="0"/>
              </a:spcAft>
              <a:buClr>
                <a:schemeClr val="dk1"/>
              </a:buClr>
              <a:buSzPts val="1400"/>
              <a:buFont typeface="Noto Sans Symbols"/>
              <a:buNone/>
            </a:pPr>
            <a:endParaRPr sz="1400" dirty="0">
              <a:solidFill>
                <a:schemeClr val="dk1"/>
              </a:solidFill>
              <a:latin typeface="Calibri"/>
              <a:ea typeface="Calibri"/>
              <a:cs typeface="Calibri"/>
              <a:sym typeface="Calibri"/>
            </a:endParaRPr>
          </a:p>
        </p:txBody>
      </p:sp>
      <p:sp>
        <p:nvSpPr>
          <p:cNvPr id="271" name="Google Shape;271;p5"/>
          <p:cNvSpPr/>
          <p:nvPr/>
        </p:nvSpPr>
        <p:spPr>
          <a:xfrm>
            <a:off x="10801306" y="81951"/>
            <a:ext cx="3081530" cy="6657191"/>
          </a:xfrm>
          <a:prstGeom prst="rect">
            <a:avLst/>
          </a:prstGeom>
          <a:solidFill>
            <a:schemeClr val="accent1"/>
          </a:solidFill>
          <a:ln w="12700" cap="flat" cmpd="sng">
            <a:solidFill>
              <a:srgbClr val="B295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dirty="0">
                <a:solidFill>
                  <a:schemeClr val="dk1"/>
                </a:solidFill>
                <a:latin typeface="EB Garamond"/>
                <a:ea typeface="EB Garamond"/>
                <a:cs typeface="EB Garamond"/>
                <a:sym typeface="EB Garamond"/>
              </a:rPr>
              <a:t>For company highlights, please compose bullets on the following:</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company’s historical and future revenue trends.</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company’s cash flows.</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company’s debt/EBITDA in comparison to the industry average (4.0x) – Note a low debt/EBITDA ratio is considered healthy. </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Any other positives from the company’s financials. </a:t>
            </a:r>
            <a:endParaRPr dirty="0"/>
          </a:p>
          <a:p>
            <a:pPr marL="171450" marR="0" lvl="0" indent="-101600" algn="l" rtl="0">
              <a:spcBef>
                <a:spcPts val="0"/>
              </a:spcBef>
              <a:spcAft>
                <a:spcPts val="0"/>
              </a:spcAft>
              <a:buClr>
                <a:schemeClr val="dk1"/>
              </a:buClr>
              <a:buSzPts val="1100"/>
              <a:buFont typeface="Arial"/>
              <a:buNone/>
            </a:pPr>
            <a:endParaRPr sz="1100" dirty="0">
              <a:solidFill>
                <a:schemeClr val="dk1"/>
              </a:solidFill>
              <a:latin typeface="EB Garamond"/>
              <a:ea typeface="EB Garamond"/>
              <a:cs typeface="EB Garamond"/>
              <a:sym typeface="EB Garamond"/>
            </a:endParaRPr>
          </a:p>
          <a:p>
            <a:pPr marL="0" marR="0" lvl="0" indent="0" algn="l" rtl="0">
              <a:spcBef>
                <a:spcPts val="0"/>
              </a:spcBef>
              <a:spcAft>
                <a:spcPts val="0"/>
              </a:spcAft>
              <a:buNone/>
            </a:pPr>
            <a:r>
              <a:rPr lang="en-US" sz="1100" dirty="0">
                <a:solidFill>
                  <a:schemeClr val="dk1"/>
                </a:solidFill>
                <a:latin typeface="EB Garamond"/>
                <a:ea typeface="EB Garamond"/>
                <a:cs typeface="EB Garamond"/>
                <a:sym typeface="EB Garamond"/>
              </a:rPr>
              <a:t>For areas of concern, please compose bullets on the following:</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regularity of the company’s earnings – are they steady, decreasing, increasing, or volatile every quarter?</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company’s expenses and if there were any quarters where expenses were abnormally high in comparison to other quarters.</a:t>
            </a:r>
            <a:endParaRPr dirty="0"/>
          </a:p>
          <a:p>
            <a:pPr marL="171450" marR="0" lvl="0" indent="-171450" algn="l" rtl="0">
              <a:spcBef>
                <a:spcPts val="0"/>
              </a:spcBef>
              <a:spcAft>
                <a:spcPts val="0"/>
              </a:spcAft>
              <a:buClr>
                <a:schemeClr val="dk1"/>
              </a:buClr>
              <a:buSzPts val="1100"/>
              <a:buFont typeface="Arial"/>
              <a:buChar char="•"/>
            </a:pPr>
            <a:r>
              <a:rPr lang="en-US" sz="1100" dirty="0">
                <a:solidFill>
                  <a:schemeClr val="dk1"/>
                </a:solidFill>
                <a:latin typeface="EB Garamond"/>
                <a:ea typeface="EB Garamond"/>
                <a:cs typeface="EB Garamond"/>
                <a:sym typeface="EB Garamond"/>
              </a:rPr>
              <a:t>The company’s EBITDA margin in comparison to the industry average of 39%. Note, the higher the EBITDA margin, the better. </a:t>
            </a:r>
            <a:endParaRPr dirty="0"/>
          </a:p>
          <a:p>
            <a:pPr marL="171450" marR="0" lvl="0" indent="-101600" algn="l" rtl="0">
              <a:spcBef>
                <a:spcPts val="0"/>
              </a:spcBef>
              <a:spcAft>
                <a:spcPts val="0"/>
              </a:spcAft>
              <a:buClr>
                <a:schemeClr val="dk1"/>
              </a:buClr>
              <a:buSzPts val="1100"/>
              <a:buFont typeface="Arial"/>
              <a:buNone/>
            </a:pPr>
            <a:endParaRPr sz="1100" dirty="0">
              <a:solidFill>
                <a:schemeClr val="dk1"/>
              </a:solidFill>
              <a:latin typeface="EB Garamond"/>
              <a:ea typeface="EB Garamond"/>
              <a:cs typeface="EB Garamond"/>
              <a:sym typeface="EB Garamond"/>
            </a:endParaRPr>
          </a:p>
          <a:p>
            <a:pPr marL="0" marR="0" lvl="0" indent="0" algn="l" rtl="0">
              <a:spcBef>
                <a:spcPts val="0"/>
              </a:spcBef>
              <a:spcAft>
                <a:spcPts val="0"/>
              </a:spcAft>
              <a:buNone/>
            </a:pPr>
            <a:r>
              <a:rPr lang="en-US" sz="1100">
                <a:solidFill>
                  <a:schemeClr val="dk1"/>
                </a:solidFill>
                <a:latin typeface="EB Garamond"/>
                <a:ea typeface="EB Garamond"/>
                <a:cs typeface="EB Garamond"/>
                <a:sym typeface="EB Garamond"/>
              </a:rPr>
              <a:t>For the recommendation, write 1-2 bullets on if they should develop a relationship with Stargaze. </a:t>
            </a:r>
            <a:r>
              <a:rPr lang="en-US" sz="1100" dirty="0">
                <a:solidFill>
                  <a:schemeClr val="dk1"/>
                </a:solidFill>
                <a:latin typeface="EB Garamond"/>
                <a:ea typeface="EB Garamond"/>
                <a:cs typeface="EB Garamond"/>
                <a:sym typeface="EB Garamond"/>
              </a:rPr>
              <a:t>Also include any areas that you should clarify with the company. For example, “We should ask the company to provide an explanation for the increase in revenues during this period.” </a:t>
            </a:r>
            <a:endParaRPr dirty="0"/>
          </a:p>
          <a:p>
            <a:pPr marL="171450" marR="0" lvl="0" indent="-101600" algn="l" rtl="0">
              <a:spcBef>
                <a:spcPts val="0"/>
              </a:spcBef>
              <a:spcAft>
                <a:spcPts val="0"/>
              </a:spcAft>
              <a:buClr>
                <a:schemeClr val="dk1"/>
              </a:buClr>
              <a:buSzPts val="1100"/>
              <a:buFont typeface="Arial"/>
              <a:buNone/>
            </a:pPr>
            <a:endParaRPr sz="1100" dirty="0">
              <a:solidFill>
                <a:schemeClr val="dk1"/>
              </a:solidFill>
              <a:latin typeface="EB Garamond"/>
              <a:ea typeface="EB Garamond"/>
              <a:cs typeface="EB Garamond"/>
              <a:sym typeface="EB Garamond"/>
            </a:endParaRPr>
          </a:p>
          <a:p>
            <a:pPr marL="0" marR="0" lvl="0" indent="0" algn="l" rtl="0">
              <a:spcBef>
                <a:spcPts val="0"/>
              </a:spcBef>
              <a:spcAft>
                <a:spcPts val="0"/>
              </a:spcAft>
              <a:buNone/>
            </a:pPr>
            <a:endParaRPr sz="1100" dirty="0">
              <a:solidFill>
                <a:schemeClr val="dk1"/>
              </a:solidFill>
              <a:latin typeface="EB Garamond"/>
              <a:ea typeface="EB Garamond"/>
              <a:cs typeface="EB Garamond"/>
              <a:sym typeface="EB Garamond"/>
            </a:endParaRPr>
          </a:p>
          <a:p>
            <a:pPr marL="0" marR="0" lvl="0" indent="0" algn="l" rtl="0">
              <a:spcBef>
                <a:spcPts val="0"/>
              </a:spcBef>
              <a:spcAft>
                <a:spcPts val="0"/>
              </a:spcAft>
              <a:buNone/>
            </a:pPr>
            <a:r>
              <a:rPr lang="en-US" sz="1100" dirty="0">
                <a:solidFill>
                  <a:schemeClr val="dk1"/>
                </a:solidFill>
                <a:latin typeface="EB Garamond"/>
                <a:ea typeface="EB Garamond"/>
                <a:cs typeface="EB Garamond"/>
                <a:sym typeface="EB Garamond"/>
              </a:rPr>
              <a:t>Delete this box once this step is completed. </a:t>
            </a:r>
            <a:endParaRPr dirty="0"/>
          </a:p>
        </p:txBody>
      </p:sp>
      <p:sp>
        <p:nvSpPr>
          <p:cNvPr id="272" name="Google Shape;272;p5"/>
          <p:cNvSpPr txBox="1">
            <a:spLocks noGrp="1"/>
          </p:cNvSpPr>
          <p:nvPr>
            <p:ph type="ftr" idx="11"/>
          </p:nvPr>
        </p:nvSpPr>
        <p:spPr>
          <a:xfrm>
            <a:off x="621792" y="200809"/>
            <a:ext cx="3200400" cy="27432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BigTechCompany</a:t>
            </a:r>
            <a:endParaRPr/>
          </a:p>
        </p:txBody>
      </p:sp>
    </p:spTree>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499</Words>
  <Application>Microsoft Macintosh PowerPoint</Application>
  <PresentationFormat>Widescreen</PresentationFormat>
  <Paragraphs>51</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 Black</vt:lpstr>
      <vt:lpstr>EB Garamond</vt:lpstr>
      <vt:lpstr>Noto Sans Symbols</vt:lpstr>
      <vt:lpstr>Arial</vt:lpstr>
      <vt:lpstr>Calibri</vt:lpstr>
      <vt:lpstr>Office Theme</vt:lpstr>
      <vt:lpstr>BIGTECHCOMPANY</vt:lpstr>
      <vt:lpstr>QUARTERLY PERFORMANCE</vt:lpstr>
      <vt:lpstr>CUSTOMER TRENDS</vt:lpstr>
      <vt:lpstr>PROJECTIONS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BIGTECHCOMPANY</dc:title>
  <dc:creator>Stephanie Rodgers</dc:creator>
  <cp:lastModifiedBy>Adam El Harouchi</cp:lastModifiedBy>
  <cp:revision>2</cp:revision>
  <dcterms:created xsi:type="dcterms:W3CDTF">2023-05-19T18:17:16Z</dcterms:created>
  <dcterms:modified xsi:type="dcterms:W3CDTF">2025-09-29T02:30:48Z</dcterms:modified>
</cp:coreProperties>
</file>